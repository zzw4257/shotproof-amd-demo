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982ecd68474d69" /><Relationship Type="http://schemas.openxmlformats.org/officeDocument/2006/relationships/extended-properties" Target="/docProps/app.xml" Id="R506eaa34b28a4b49" /><Relationship Type="http://schemas.openxmlformats.org/officeDocument/2006/relationships/officeDocument" Target="/ppt/presentation.xml" Id="R85def4792cc242d7" /></Relationships>
</file>

<file path=ppt/presentation.xml><?xml version="1.0" encoding="utf-8"?>
<p:presentation xmlns:p="http://schemas.openxmlformats.org/presentationml/2006/main">
  <p:sldMasterIdLst>
    <p:sldMasterId xmlns:r="http://schemas.openxmlformats.org/officeDocument/2006/relationships" id="2147483648" r:id="R7c6685ba924946e3"/>
  </p:sldMasterIdLst>
  <p:notesMasterIdLst>
    <p:notesMasterId xmlns:r="http://schemas.openxmlformats.org/officeDocument/2006/relationships" r:id="R6db0f3390a5841e6"/>
  </p:notesMasterIdLst>
  <p:sldIdLst>
    <p:sldId xmlns:r="http://schemas.openxmlformats.org/officeDocument/2006/relationships" id="256" r:id="Rd0fff68d97994fcb"/>
    <p:sldId xmlns:r="http://schemas.openxmlformats.org/officeDocument/2006/relationships" id="257" r:id="R785665341eec45f4"/>
    <p:sldId xmlns:r="http://schemas.openxmlformats.org/officeDocument/2006/relationships" id="258" r:id="Rc1d5a542923e4649"/>
    <p:sldId xmlns:r="http://schemas.openxmlformats.org/officeDocument/2006/relationships" id="259" r:id="R599a06d7167a40bd"/>
    <p:sldId xmlns:r="http://schemas.openxmlformats.org/officeDocument/2006/relationships" id="260" r:id="R7ee71513fc8144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f1e559654f451f" /><Relationship Type="http://schemas.openxmlformats.org/officeDocument/2006/relationships/slideMaster" Target="/ppt/slideMasters/slideMaster1.xml" Id="R7c6685ba924946e3" /><Relationship Type="http://schemas.openxmlformats.org/officeDocument/2006/relationships/notesMaster" Target="/ppt/notesMasters/notesMaster1.xml" Id="R6db0f3390a5841e6" /><Relationship Type="http://schemas.openxmlformats.org/officeDocument/2006/relationships/presProps" Target="/ppt/presProps.xml" Id="R9914a32f63f043c2" /><Relationship Type="http://schemas.openxmlformats.org/officeDocument/2006/relationships/tableStyles" Target="/ppt/tableStyles.xml" Id="R1f14fb966d254858" /><Relationship Type="http://schemas.openxmlformats.org/officeDocument/2006/relationships/slide" Target="/ppt/slides/slide1.xml" Id="Rd0fff68d97994fcb" /><Relationship Type="http://schemas.openxmlformats.org/officeDocument/2006/relationships/slide" Target="/ppt/slides/slide2.xml" Id="R785665341eec45f4" /><Relationship Type="http://schemas.openxmlformats.org/officeDocument/2006/relationships/slide" Target="/ppt/slides/slide3.xml" Id="Rc1d5a542923e4649" /><Relationship Type="http://schemas.openxmlformats.org/officeDocument/2006/relationships/slide" Target="/ppt/slides/slide4.xml" Id="R599a06d7167a40bd" /><Relationship Type="http://schemas.openxmlformats.org/officeDocument/2006/relationships/slide" Target="/ppt/slides/slide5.xml" Id="R7ee71513fc8144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e6a565e3564d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2070a80fd24008" /><Relationship Type="http://schemas.openxmlformats.org/officeDocument/2006/relationships/notesMaster" Target="/ppt/notesMasters/notesMaster1.xml" Id="Rc8c31257645a4c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baa02b09294896" /><Relationship Type="http://schemas.openxmlformats.org/officeDocument/2006/relationships/notesMaster" Target="/ppt/notesMasters/notesMaster1.xml" Id="R297a9d622fc245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03b230b539410c" /><Relationship Type="http://schemas.openxmlformats.org/officeDocument/2006/relationships/notesMaster" Target="/ppt/notesMasters/notesMaster1.xml" Id="R50a038c1634e45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0ddb3abdf1406f" /><Relationship Type="http://schemas.openxmlformats.org/officeDocument/2006/relationships/notesMaster" Target="/ppt/notesMasters/notesMaster1.xml" Id="R34cacb36ac774d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f3f9887f944261" /><Relationship Type="http://schemas.openxmlformats.org/officeDocument/2006/relationships/notesMaster" Target="/ppt/notesMasters/notesMaster1.xml" Id="R53a6a88f3f734b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ShotProof helps product-content reviewers compare a candidate against a selected reference. On 2026-10-17, the official AMD One-Click OCR Notebook provided one MI300X VF. Cached Qwen2-VL-7B ran offline through PyTorch/ROCm. The existing ShotProof UI made actual paired-image GPU requests through the private authenticated Jupyter proxy. Raw results and image hashes are retained. This is a synthetic demonstration, not a model-quality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user is a product-content reviewer checking synthetic or edited creative assets before handoff. This is a proposed workflow and business hypothesis, not a measured customer or revenue claim. The earlier research STOP remains unchanged. No natural-product accuracy benchmark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synthetic illustrations from the restored ShotProof-original-review-flow-2026-10-16.zip, assets/reference.svg and assets/occlusion.svg. Provenance and hashes are in asset-manifest.json. These are demonstration fixtures, not independent evaluation labels. No model authored the images or the observation shown in the engineering preview.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server.py, notebook_backend.py and inference.js. The private AMD backend sends both original image pixels through Qwen2-VL on the observed MI300X VF. It validates fields, retains raw output and marks invalid responses for review. Only an outer Markdown JSON fence may be removed. Source and transmitted PNG hashes bind the evidence. Agent demo decisions are distinct from human approval. Hardware identity comes from runtime observations, not signed attestation.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execution evidence: output/shotproof-three-live-amd-evidence.json. Addition 1398 ms, occlusion 1282 ms, lighting 1566 ms, measured around synchronized GPU generation; not end-to-end benchmark latency. First warm-up took 13902 ms. Earlier nonconforming outputs are retained. The UI export contains exact PNG bytes, hashes, raw model text and agent_demo annotations. No owner approval is inferred. Engineering evidence: tests/test_core.cjs (70 checks), tests/test_ui.cjs (40 checks), tests/test_inference.py (9 tests), output/playwright/browser-results.json (1440x1000, 768x1024 and 390x844). Engineering checks do not measure model quality. AMD Token Factory signed-in page after successful team creation: email still not registered for API distribution. Discord connected, community joined and Closed solo ShotProof team created. The separate official One-Click OCR Notebook already provides a working private GPU path, so demonstration no longer depends on Token Factory. The real-time URL requires the owner AMD login. Public judge access remains unresolved. Official event https://lablab.ai/ai-hackathons/amd-developer-hackathon-act-iii, observed 2026-10-17, states submission deadline October 18 06:00 EDT. No final submission, public deployment or licensing change has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eb695b11d94a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75c03877104d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a91e5364df41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96ae26c4d643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6e57137af34b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b11c88e18e14b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0707AC-5574-4074-97BD-380D52BFA62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1C07F3-9331-4127-9CC1-97DD4B98EA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2F60714-9DB5-47E2-A887-2A1C831815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13A099-D8C5-4D42-A402-7510B76EFD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266B4F-E25E-4808-8D08-6369E57C9B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9E8A2C-1CF1-4278-83F2-0D161D0273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67DA8B-9C01-4D36-A1F8-A4226443F9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7FD1B36-5D88-496B-AA0D-4ECD5D0A758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5BB64A-022C-4C6D-BFBE-52491EAB16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F7CFB4-9322-48C6-8ADA-9C82F402DC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336231c3e6477d" /><Relationship Type="http://schemas.openxmlformats.org/officeDocument/2006/relationships/slideLayout" Target="/ppt/slideLayouts/slideLayout1.xml" Id="Ra17fd8428cb24c41" /><Relationship Type="http://schemas.openxmlformats.org/officeDocument/2006/relationships/slideLayout" Target="/ppt/slideLayouts/slideLayout2.xml" Id="R0f31331cb1964212" /><Relationship Type="http://schemas.openxmlformats.org/officeDocument/2006/relationships/slideLayout" Target="/ppt/slideLayouts/slideLayout3.xml" Id="Rd75573e99e494f67" /><Relationship Type="http://schemas.openxmlformats.org/officeDocument/2006/relationships/slideLayout" Target="/ppt/slideLayouts/slideLayout4.xml" Id="R6bb348c7312c4191" /><Relationship Type="http://schemas.openxmlformats.org/officeDocument/2006/relationships/slideLayout" Target="/ppt/slideLayouts/slideLayout5.xml" Id="Rce0761efba7447a1" /><Relationship Type="http://schemas.openxmlformats.org/officeDocument/2006/relationships/slideLayout" Target="/ppt/slideLayouts/slideLayout6.xml" Id="R40f620ebb1a948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7fd8428cb24c41"/>
    <p:sldLayoutId xmlns:r="http://schemas.openxmlformats.org/officeDocument/2006/relationships" id="2147483650" r:id="R0f31331cb1964212"/>
    <p:sldLayoutId xmlns:r="http://schemas.openxmlformats.org/officeDocument/2006/relationships" id="2147483651" r:id="Rd75573e99e494f67"/>
    <p:sldLayoutId xmlns:r="http://schemas.openxmlformats.org/officeDocument/2006/relationships" id="2147483652" r:id="R6bb348c7312c4191"/>
    <p:sldLayoutId xmlns:r="http://schemas.openxmlformats.org/officeDocument/2006/relationships" id="2147483653" r:id="Rce0761efba7447a1"/>
    <p:sldLayoutId xmlns:r="http://schemas.openxmlformats.org/officeDocument/2006/relationships" id="2147483654" r:id="R40f620ebb1a948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db0c8b4e9649ff" /><Relationship Type="http://schemas.openxmlformats.org/officeDocument/2006/relationships/notesSlide" Target="/ppt/notesSlides/notesSlide1.xml" Id="Rf74181b804d440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099bf5f5c24073" /><Relationship Type="http://schemas.openxmlformats.org/officeDocument/2006/relationships/notesSlide" Target="/ppt/notesSlides/notesSlide2.xml" Id="Rd0f124beb20348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74248fe37a4b73" /><Relationship Type="http://schemas.openxmlformats.org/officeDocument/2006/relationships/image" Target="/ppt/media/image.png" Id="R491575465c3643dc" /><Relationship Type="http://schemas.openxmlformats.org/officeDocument/2006/relationships/image" Target="/ppt/media/image2.png" Id="R908ca28f92844001" /><Relationship Type="http://schemas.openxmlformats.org/officeDocument/2006/relationships/notesSlide" Target="/ppt/notesSlides/notesSlide3.xml" Id="Rdc93d6cd755346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cd381c17fed496e" /><Relationship Type="http://schemas.openxmlformats.org/officeDocument/2006/relationships/notesSlide" Target="/ppt/notesSlides/notesSlide4.xml" Id="R6e83bc9e6ff149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1ae0cda49aa496a" /><Relationship Type="http://schemas.openxmlformats.org/officeDocument/2006/relationships/notesSlide" Target="/ppt/notesSlides/notesSlide5.xml" Id="Reb658d6d96de4a28" /></Relationships>
</file>

<file path=ppt/slides/slide1.xml><?xml version="1.0" encoding="utf-8"?>
<p:sld xmlns:p="http://schemas.openxmlformats.org/presentationml/2006/main">
  <p:cSld>
    <p:bg>
      <p:bgPr>
        <a:solidFill xmlns:a="http://schemas.openxmlformats.org/drawingml/2006/main">
          <a:srgbClr val="0D14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A44109-6B0F-43B7-863C-2EAF6726C2CD}"/>
              </a:ext>
            </a:extLst>
          </p:cNvPr>
          <p:cNvSpPr>
            <a:spLocks xmlns:a="http://schemas.openxmlformats.org/drawingml/2006/main" noGrp="1"/>
          </p:cNvSpPr>
          <p:nvPr/>
        </p:nvSpPr>
        <p:spPr>
          <a:xfrm xmlns:a="http://schemas.openxmlformats.org/drawingml/2006/main">
            <a:off x="609600" y="5905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6EBF2"/>
                </a:solidFill>
                <a:latin typeface="Arial"/>
                <a:ea typeface="Arial"/>
                <a:cs typeface="Arial"/>
              </a:defRPr>
            </a:defPPr>
            <a:lvl1pPr>
              <a:defRPr sz="3600" b="1">
                <a:solidFill>
                  <a:srgbClr val="E6EBF2"/>
                </a:solidFill>
                <a:latin typeface="Arial"/>
                <a:ea typeface="Arial"/>
                <a:cs typeface="Arial"/>
              </a:defRPr>
            </a:lvl1pPr>
            <a:lvl2pPr>
              <a:defRPr sz="3600" b="1">
                <a:solidFill>
                  <a:srgbClr val="E6EBF2"/>
                </a:solidFill>
                <a:latin typeface="Arial"/>
                <a:ea typeface="Arial"/>
                <a:cs typeface="Arial"/>
              </a:defRPr>
            </a:lvl2pPr>
            <a:lvl3pPr>
              <a:defRPr sz="3600" b="1">
                <a:solidFill>
                  <a:srgbClr val="E6EBF2"/>
                </a:solidFill>
                <a:latin typeface="Arial"/>
                <a:ea typeface="Arial"/>
                <a:cs typeface="Arial"/>
              </a:defRPr>
            </a:lvl3pPr>
            <a:lvl4pPr>
              <a:defRPr sz="3600" b="1">
                <a:solidFill>
                  <a:srgbClr val="E6EBF2"/>
                </a:solidFill>
                <a:latin typeface="Arial"/>
                <a:ea typeface="Arial"/>
                <a:cs typeface="Arial"/>
              </a:defRPr>
            </a:lvl4pPr>
            <a:lvl5pPr>
              <a:defRPr sz="3600" b="1">
                <a:solidFill>
                  <a:srgbClr val="E6EBF2"/>
                </a:solidFill>
                <a:latin typeface="Arial"/>
                <a:ea typeface="Arial"/>
                <a:cs typeface="Arial"/>
              </a:defRPr>
            </a:lvl5pPr>
            <a:lvl6pPr>
              <a:defRPr sz="3600" b="1">
                <a:solidFill>
                  <a:srgbClr val="E6EBF2"/>
                </a:solidFill>
                <a:latin typeface="Arial"/>
                <a:ea typeface="Arial"/>
                <a:cs typeface="Arial"/>
              </a:defRPr>
            </a:lvl6pPr>
            <a:lvl7pPr>
              <a:defRPr sz="3600" b="1">
                <a:solidFill>
                  <a:srgbClr val="E6EBF2"/>
                </a:solidFill>
                <a:latin typeface="Arial"/>
                <a:ea typeface="Arial"/>
                <a:cs typeface="Arial"/>
              </a:defRPr>
            </a:lvl7pPr>
            <a:lvl8pPr>
              <a:defRPr sz="3600" b="1">
                <a:solidFill>
                  <a:srgbClr val="E6EBF2"/>
                </a:solidFill>
                <a:latin typeface="Arial"/>
                <a:ea typeface="Arial"/>
                <a:cs typeface="Arial"/>
              </a:defRPr>
            </a:lvl8pPr>
            <a:lvl9pPr>
              <a:defRPr sz="3600" b="1">
                <a:solidFill>
                  <a:srgbClr val="E6EBF2"/>
                </a:solidFill>
                <a:latin typeface="Arial"/>
                <a:ea typeface="Arial"/>
                <a:cs typeface="Arial"/>
              </a:defRPr>
            </a:lvl9pPr>
          </a:lstStyle>
          <a:p xmlns:a="http://schemas.openxmlformats.org/drawingml/2006/main">
            <a:pPr>
              <a:defRPr sz="3600" b="1">
                <a:solidFill>
                  <a:srgbClr val="E6EBF2"/>
                </a:solidFill>
                <a:latin typeface="Arial"/>
                <a:ea typeface="Arial"/>
                <a:cs typeface="Arial"/>
              </a:defRPr>
            </a:pPr>
            <a:r>
              <a:rPr sz="3600" b="1">
                <a:solidFill>
                  <a:srgbClr val="E6EBF2"/>
                </a:solidFill>
                <a:latin typeface="Arial"/>
                <a:ea typeface="Arial"/>
                <a:cs typeface="Arial"/>
              </a:rPr>
              <a:t>ShotProof</a:t>
            </a:r>
          </a:p>
        </p:txBody>
      </p:sp>
      <p:sp>
        <p:nvSpPr>
          <p:cNvPr id="2" name="">
            <a:extLst xmlns:a="http://schemas.openxmlformats.org/drawingml/2006/main">
              <a:ext uri="{FF2B5EF4-FFF2-40B4-BE49-F238E27FC236}">
                <a16:creationId xmlns:a16="http://schemas.microsoft.com/office/drawing/2014/main" id="{AC7B2375-2D66-4DC4-8B03-85F15B2AA576}"/>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2BDCC"/>
                </a:solidFill>
                <a:latin typeface="Arial"/>
                <a:ea typeface="Arial"/>
                <a:cs typeface="Arial"/>
              </a:defRPr>
            </a:defPPr>
            <a:lvl1pPr>
              <a:defRPr sz="1350" b="0">
                <a:solidFill>
                  <a:srgbClr val="B2BDCC"/>
                </a:solidFill>
                <a:latin typeface="Arial"/>
                <a:ea typeface="Arial"/>
                <a:cs typeface="Arial"/>
              </a:defRPr>
            </a:lvl1pPr>
            <a:lvl2pPr>
              <a:defRPr sz="1350" b="0">
                <a:solidFill>
                  <a:srgbClr val="B2BDCC"/>
                </a:solidFill>
                <a:latin typeface="Arial"/>
                <a:ea typeface="Arial"/>
                <a:cs typeface="Arial"/>
              </a:defRPr>
            </a:lvl2pPr>
            <a:lvl3pPr>
              <a:defRPr sz="1350" b="0">
                <a:solidFill>
                  <a:srgbClr val="B2BDCC"/>
                </a:solidFill>
                <a:latin typeface="Arial"/>
                <a:ea typeface="Arial"/>
                <a:cs typeface="Arial"/>
              </a:defRPr>
            </a:lvl3pPr>
            <a:lvl4pPr>
              <a:defRPr sz="1350" b="0">
                <a:solidFill>
                  <a:srgbClr val="B2BDCC"/>
                </a:solidFill>
                <a:latin typeface="Arial"/>
                <a:ea typeface="Arial"/>
                <a:cs typeface="Arial"/>
              </a:defRPr>
            </a:lvl4pPr>
            <a:lvl5pPr>
              <a:defRPr sz="1350" b="0">
                <a:solidFill>
                  <a:srgbClr val="B2BDCC"/>
                </a:solidFill>
                <a:latin typeface="Arial"/>
                <a:ea typeface="Arial"/>
                <a:cs typeface="Arial"/>
              </a:defRPr>
            </a:lvl5pPr>
            <a:lvl6pPr>
              <a:defRPr sz="1350" b="0">
                <a:solidFill>
                  <a:srgbClr val="B2BDCC"/>
                </a:solidFill>
                <a:latin typeface="Arial"/>
                <a:ea typeface="Arial"/>
                <a:cs typeface="Arial"/>
              </a:defRPr>
            </a:lvl6pPr>
            <a:lvl7pPr>
              <a:defRPr sz="1350" b="0">
                <a:solidFill>
                  <a:srgbClr val="B2BDCC"/>
                </a:solidFill>
                <a:latin typeface="Arial"/>
                <a:ea typeface="Arial"/>
                <a:cs typeface="Arial"/>
              </a:defRPr>
            </a:lvl7pPr>
            <a:lvl8pPr>
              <a:defRPr sz="1350" b="0">
                <a:solidFill>
                  <a:srgbClr val="B2BDCC"/>
                </a:solidFill>
                <a:latin typeface="Arial"/>
                <a:ea typeface="Arial"/>
                <a:cs typeface="Arial"/>
              </a:defRPr>
            </a:lvl8pPr>
            <a:lvl9pPr>
              <a:defRPr sz="1350" b="0">
                <a:solidFill>
                  <a:srgbClr val="B2BDCC"/>
                </a:solidFill>
                <a:latin typeface="Arial"/>
                <a:ea typeface="Arial"/>
                <a:cs typeface="Arial"/>
              </a:defRPr>
            </a:lvl9pPr>
          </a:lstStyle>
          <a:p xmlns:a="http://schemas.openxmlformats.org/drawingml/2006/main">
            <a:pPr>
              <a:defRPr sz="1350" b="0">
                <a:solidFill>
                  <a:srgbClr val="B2BDCC"/>
                </a:solidFill>
                <a:latin typeface="Arial"/>
                <a:ea typeface="Arial"/>
                <a:cs typeface="Arial"/>
              </a:defRPr>
            </a:pPr>
            <a:r>
              <a:rPr sz="1350" b="0">
                <a:solidFill>
                  <a:srgbClr val="B2BDCC"/>
                </a:solidFill>
                <a:latin typeface="Arial"/>
                <a:ea typeface="Arial"/>
                <a:cs typeface="Arial"/>
              </a:rPr>
              <a:t>ShotProof     1/5</a:t>
            </a:r>
          </a:p>
        </p:txBody>
      </p:sp>
      <p:sp>
        <p:nvSpPr>
          <p:cNvPr id="3" name="">
            <a:extLst xmlns:a="http://schemas.openxmlformats.org/drawingml/2006/main">
              <a:ext uri="{FF2B5EF4-FFF2-40B4-BE49-F238E27FC236}">
                <a16:creationId xmlns:a16="http://schemas.microsoft.com/office/drawing/2014/main" id="{AB2A3DF4-BC6E-45FC-B2C2-A91837444643}"/>
              </a:ext>
            </a:extLst>
          </p:cNvPr>
          <p:cNvSpPr>
            <a:spLocks xmlns:a="http://schemas.openxmlformats.org/drawingml/2006/main" noGrp="1"/>
          </p:cNvSpPr>
          <p:nvPr/>
        </p:nvSpPr>
        <p:spPr>
          <a:xfrm xmlns:a="http://schemas.openxmlformats.org/drawingml/2006/main">
            <a:off x="609600" y="204787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8DDFC9"/>
                </a:solidFill>
                <a:latin typeface="Arial"/>
                <a:ea typeface="Arial"/>
                <a:cs typeface="Arial"/>
              </a:defRPr>
            </a:defPPr>
            <a:lvl1pPr>
              <a:defRPr sz="4800" b="1">
                <a:solidFill>
                  <a:srgbClr val="8DDFC9"/>
                </a:solidFill>
                <a:latin typeface="Arial"/>
                <a:ea typeface="Arial"/>
                <a:cs typeface="Arial"/>
              </a:defRPr>
            </a:lvl1pPr>
            <a:lvl2pPr>
              <a:defRPr sz="4800" b="1">
                <a:solidFill>
                  <a:srgbClr val="8DDFC9"/>
                </a:solidFill>
                <a:latin typeface="Arial"/>
                <a:ea typeface="Arial"/>
                <a:cs typeface="Arial"/>
              </a:defRPr>
            </a:lvl2pPr>
            <a:lvl3pPr>
              <a:defRPr sz="4800" b="1">
                <a:solidFill>
                  <a:srgbClr val="8DDFC9"/>
                </a:solidFill>
                <a:latin typeface="Arial"/>
                <a:ea typeface="Arial"/>
                <a:cs typeface="Arial"/>
              </a:defRPr>
            </a:lvl3pPr>
            <a:lvl4pPr>
              <a:defRPr sz="4800" b="1">
                <a:solidFill>
                  <a:srgbClr val="8DDFC9"/>
                </a:solidFill>
                <a:latin typeface="Arial"/>
                <a:ea typeface="Arial"/>
                <a:cs typeface="Arial"/>
              </a:defRPr>
            </a:lvl4pPr>
            <a:lvl5pPr>
              <a:defRPr sz="4800" b="1">
                <a:solidFill>
                  <a:srgbClr val="8DDFC9"/>
                </a:solidFill>
                <a:latin typeface="Arial"/>
                <a:ea typeface="Arial"/>
                <a:cs typeface="Arial"/>
              </a:defRPr>
            </a:lvl5pPr>
            <a:lvl6pPr>
              <a:defRPr sz="4800" b="1">
                <a:solidFill>
                  <a:srgbClr val="8DDFC9"/>
                </a:solidFill>
                <a:latin typeface="Arial"/>
                <a:ea typeface="Arial"/>
                <a:cs typeface="Arial"/>
              </a:defRPr>
            </a:lvl6pPr>
            <a:lvl7pPr>
              <a:defRPr sz="4800" b="1">
                <a:solidFill>
                  <a:srgbClr val="8DDFC9"/>
                </a:solidFill>
                <a:latin typeface="Arial"/>
                <a:ea typeface="Arial"/>
                <a:cs typeface="Arial"/>
              </a:defRPr>
            </a:lvl7pPr>
            <a:lvl8pPr>
              <a:defRPr sz="4800" b="1">
                <a:solidFill>
                  <a:srgbClr val="8DDFC9"/>
                </a:solidFill>
                <a:latin typeface="Arial"/>
                <a:ea typeface="Arial"/>
                <a:cs typeface="Arial"/>
              </a:defRPr>
            </a:lvl8pPr>
            <a:lvl9pPr>
              <a:defRPr sz="4800" b="1">
                <a:solidFill>
                  <a:srgbClr val="8DDFC9"/>
                </a:solidFill>
                <a:latin typeface="Arial"/>
                <a:ea typeface="Arial"/>
                <a:cs typeface="Arial"/>
              </a:defRPr>
            </a:lvl9pPr>
          </a:lstStyle>
          <a:p xmlns:a="http://schemas.openxmlformats.org/drawingml/2006/main">
            <a:pPr>
              <a:defRPr sz="4800" b="1">
                <a:solidFill>
                  <a:srgbClr val="8DDFC9"/>
                </a:solidFill>
                <a:latin typeface="Arial"/>
                <a:ea typeface="Arial"/>
                <a:cs typeface="Arial"/>
              </a:defRPr>
            </a:pPr>
            <a:r>
              <a:rPr sz="4800" b="1">
                <a:solidFill>
                  <a:srgbClr val="8DDFC9"/>
                </a:solidFill>
                <a:latin typeface="Arial"/>
                <a:ea typeface="Arial"/>
                <a:cs typeface="Arial"/>
              </a:rPr>
              <a:t>Image comparison with</a:t>
            </a:r>
          </a:p>
          <a:p xmlns:a="http://schemas.openxmlformats.org/drawingml/2006/main">
            <a:pPr>
              <a:defRPr sz="4800" b="1">
                <a:solidFill>
                  <a:srgbClr val="8DDFC9"/>
                </a:solidFill>
                <a:latin typeface="Arial"/>
                <a:ea typeface="Arial"/>
                <a:cs typeface="Arial"/>
              </a:defRPr>
            </a:pPr>
            <a:r>
              <a:rPr sz="4800" b="1">
                <a:solidFill>
                  <a:srgbClr val="8DDFC9"/>
                </a:solidFill>
                <a:latin typeface="Arial"/>
                <a:ea typeface="Arial"/>
                <a:cs typeface="Arial"/>
              </a:rPr>
              <a:t>reviewable evidence</a:t>
            </a:r>
          </a:p>
        </p:txBody>
      </p:sp>
      <p:sp>
        <p:nvSpPr>
          <p:cNvPr id="4" name="">
            <a:extLst xmlns:a="http://schemas.openxmlformats.org/drawingml/2006/main">
              <a:ext uri="{FF2B5EF4-FFF2-40B4-BE49-F238E27FC236}">
                <a16:creationId xmlns:a16="http://schemas.microsoft.com/office/drawing/2014/main" id="{7E6FD74B-4CD9-4C42-A720-8F5497777068}"/>
              </a:ext>
            </a:extLst>
          </p:cNvPr>
          <p:cNvSpPr>
            <a:spLocks xmlns:a="http://schemas.openxmlformats.org/drawingml/2006/main" noGrp="1"/>
          </p:cNvSpPr>
          <p:nvPr/>
        </p:nvSpPr>
        <p:spPr>
          <a:xfrm xmlns:a="http://schemas.openxmlformats.org/drawingml/2006/main">
            <a:off x="609600" y="41719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6EBF2"/>
                </a:solidFill>
                <a:latin typeface="Arial"/>
                <a:ea typeface="Arial"/>
                <a:cs typeface="Arial"/>
              </a:defRPr>
            </a:defPPr>
            <a:lvl1pPr>
              <a:defRPr sz="2250" b="0">
                <a:solidFill>
                  <a:srgbClr val="E6EBF2"/>
                </a:solidFill>
                <a:latin typeface="Arial"/>
                <a:ea typeface="Arial"/>
                <a:cs typeface="Arial"/>
              </a:defRPr>
            </a:lvl1pPr>
            <a:lvl2pPr>
              <a:defRPr sz="2250" b="0">
                <a:solidFill>
                  <a:srgbClr val="E6EBF2"/>
                </a:solidFill>
                <a:latin typeface="Arial"/>
                <a:ea typeface="Arial"/>
                <a:cs typeface="Arial"/>
              </a:defRPr>
            </a:lvl2pPr>
            <a:lvl3pPr>
              <a:defRPr sz="2250" b="0">
                <a:solidFill>
                  <a:srgbClr val="E6EBF2"/>
                </a:solidFill>
                <a:latin typeface="Arial"/>
                <a:ea typeface="Arial"/>
                <a:cs typeface="Arial"/>
              </a:defRPr>
            </a:lvl3pPr>
            <a:lvl4pPr>
              <a:defRPr sz="2250" b="0">
                <a:solidFill>
                  <a:srgbClr val="E6EBF2"/>
                </a:solidFill>
                <a:latin typeface="Arial"/>
                <a:ea typeface="Arial"/>
                <a:cs typeface="Arial"/>
              </a:defRPr>
            </a:lvl4pPr>
            <a:lvl5pPr>
              <a:defRPr sz="2250" b="0">
                <a:solidFill>
                  <a:srgbClr val="E6EBF2"/>
                </a:solidFill>
                <a:latin typeface="Arial"/>
                <a:ea typeface="Arial"/>
                <a:cs typeface="Arial"/>
              </a:defRPr>
            </a:lvl5pPr>
            <a:lvl6pPr>
              <a:defRPr sz="2250" b="0">
                <a:solidFill>
                  <a:srgbClr val="E6EBF2"/>
                </a:solidFill>
                <a:latin typeface="Arial"/>
                <a:ea typeface="Arial"/>
                <a:cs typeface="Arial"/>
              </a:defRPr>
            </a:lvl6pPr>
            <a:lvl7pPr>
              <a:defRPr sz="2250" b="0">
                <a:solidFill>
                  <a:srgbClr val="E6EBF2"/>
                </a:solidFill>
                <a:latin typeface="Arial"/>
                <a:ea typeface="Arial"/>
                <a:cs typeface="Arial"/>
              </a:defRPr>
            </a:lvl7pPr>
            <a:lvl8pPr>
              <a:defRPr sz="2250" b="0">
                <a:solidFill>
                  <a:srgbClr val="E6EBF2"/>
                </a:solidFill>
                <a:latin typeface="Arial"/>
                <a:ea typeface="Arial"/>
                <a:cs typeface="Arial"/>
              </a:defRPr>
            </a:lvl8pPr>
            <a:lvl9pPr>
              <a:defRPr sz="2250" b="0">
                <a:solidFill>
                  <a:srgbClr val="E6EBF2"/>
                </a:solidFill>
                <a:latin typeface="Arial"/>
                <a:ea typeface="Arial"/>
                <a:cs typeface="Arial"/>
              </a:defRPr>
            </a:lvl9pPr>
          </a:lstStyle>
          <a:p xmlns:a="http://schemas.openxmlformats.org/drawingml/2006/main">
            <a:pPr>
              <a:defRPr sz="2250" b="0">
                <a:solidFill>
                  <a:srgbClr val="E6EBF2"/>
                </a:solidFill>
                <a:latin typeface="Arial"/>
                <a:ea typeface="Arial"/>
                <a:cs typeface="Arial"/>
              </a:defRPr>
            </a:pPr>
            <a:r>
              <a:rPr sz="2250" b="0">
                <a:solidFill>
                  <a:srgbClr val="E6EBF2"/>
                </a:solidFill>
                <a:latin typeface="Arial"/>
                <a:ea typeface="Arial"/>
                <a:cs typeface="Arial"/>
              </a:rPr>
              <a:t>Creative quality control for product-content teams</a:t>
            </a:r>
          </a:p>
        </p:txBody>
      </p:sp>
      <p:sp>
        <p:nvSpPr>
          <p:cNvPr id="5" name="">
            <a:extLst xmlns:a="http://schemas.openxmlformats.org/drawingml/2006/main">
              <a:ext uri="{FF2B5EF4-FFF2-40B4-BE49-F238E27FC236}">
                <a16:creationId xmlns:a16="http://schemas.microsoft.com/office/drawing/2014/main" id="{56805EAB-507B-4CE3-893B-981183C2A6DA}"/>
              </a:ext>
            </a:extLst>
          </p:cNvPr>
          <p:cNvSpPr>
            <a:spLocks xmlns:a="http://schemas.openxmlformats.org/drawingml/2006/main" noGrp="1"/>
          </p:cNvSpPr>
          <p:nvPr/>
        </p:nvSpPr>
        <p:spPr>
          <a:xfrm xmlns:a="http://schemas.openxmlformats.org/drawingml/2006/main">
            <a:off x="609600" y="5191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CE8B"/>
                </a:solidFill>
                <a:latin typeface="Arial"/>
                <a:ea typeface="Arial"/>
                <a:cs typeface="Arial"/>
              </a:defRPr>
            </a:defPPr>
            <a:lvl1pPr>
              <a:defRPr sz="1800" b="0">
                <a:solidFill>
                  <a:srgbClr val="FFCE8B"/>
                </a:solidFill>
                <a:latin typeface="Arial"/>
                <a:ea typeface="Arial"/>
                <a:cs typeface="Arial"/>
              </a:defRPr>
            </a:lvl1pPr>
            <a:lvl2pPr>
              <a:defRPr sz="1800" b="0">
                <a:solidFill>
                  <a:srgbClr val="FFCE8B"/>
                </a:solidFill>
                <a:latin typeface="Arial"/>
                <a:ea typeface="Arial"/>
                <a:cs typeface="Arial"/>
              </a:defRPr>
            </a:lvl2pPr>
            <a:lvl3pPr>
              <a:defRPr sz="1800" b="0">
                <a:solidFill>
                  <a:srgbClr val="FFCE8B"/>
                </a:solidFill>
                <a:latin typeface="Arial"/>
                <a:ea typeface="Arial"/>
                <a:cs typeface="Arial"/>
              </a:defRPr>
            </a:lvl3pPr>
            <a:lvl4pPr>
              <a:defRPr sz="1800" b="0">
                <a:solidFill>
                  <a:srgbClr val="FFCE8B"/>
                </a:solidFill>
                <a:latin typeface="Arial"/>
                <a:ea typeface="Arial"/>
                <a:cs typeface="Arial"/>
              </a:defRPr>
            </a:lvl4pPr>
            <a:lvl5pPr>
              <a:defRPr sz="1800" b="0">
                <a:solidFill>
                  <a:srgbClr val="FFCE8B"/>
                </a:solidFill>
                <a:latin typeface="Arial"/>
                <a:ea typeface="Arial"/>
                <a:cs typeface="Arial"/>
              </a:defRPr>
            </a:lvl5pPr>
            <a:lvl6pPr>
              <a:defRPr sz="1800" b="0">
                <a:solidFill>
                  <a:srgbClr val="FFCE8B"/>
                </a:solidFill>
                <a:latin typeface="Arial"/>
                <a:ea typeface="Arial"/>
                <a:cs typeface="Arial"/>
              </a:defRPr>
            </a:lvl6pPr>
            <a:lvl7pPr>
              <a:defRPr sz="1800" b="0">
                <a:solidFill>
                  <a:srgbClr val="FFCE8B"/>
                </a:solidFill>
                <a:latin typeface="Arial"/>
                <a:ea typeface="Arial"/>
                <a:cs typeface="Arial"/>
              </a:defRPr>
            </a:lvl7pPr>
            <a:lvl8pPr>
              <a:defRPr sz="1800" b="0">
                <a:solidFill>
                  <a:srgbClr val="FFCE8B"/>
                </a:solidFill>
                <a:latin typeface="Arial"/>
                <a:ea typeface="Arial"/>
                <a:cs typeface="Arial"/>
              </a:defRPr>
            </a:lvl8pPr>
            <a:lvl9pPr>
              <a:defRPr sz="1800" b="0">
                <a:solidFill>
                  <a:srgbClr val="FFCE8B"/>
                </a:solidFill>
                <a:latin typeface="Arial"/>
                <a:ea typeface="Arial"/>
                <a:cs typeface="Arial"/>
              </a:defRPr>
            </a:lvl9pPr>
          </a:lstStyle>
          <a:p xmlns:a="http://schemas.openxmlformats.org/drawingml/2006/main">
            <a:pPr>
              <a:defRPr sz="1800" b="0">
                <a:solidFill>
                  <a:srgbClr val="FFCE8B"/>
                </a:solidFill>
                <a:latin typeface="Arial"/>
                <a:ea typeface="Arial"/>
                <a:cs typeface="Arial"/>
              </a:defRPr>
            </a:pPr>
            <a:r>
              <a:rPr sz="1800" b="0">
                <a:solidFill>
                  <a:srgbClr val="FFCE8B"/>
                </a:solidFill>
                <a:latin typeface="Arial"/>
                <a:ea typeface="Arial"/>
                <a:cs typeface="Arial"/>
              </a:rPr>
              <a:t>Actual AMD MI300X image inference, synthetic fixtures</a:t>
            </a:r>
          </a:p>
        </p:txBody>
      </p:sp>
    </p:spTree>
    <p:extLst>
      <p:ext uri="{BB962C8B-B14F-4D97-AF65-F5344CB8AC3E}">
        <p14:creationId xmlns:p14="http://schemas.microsoft.com/office/powerpoint/2010/main" val="1991353131"/>
      </p:ext>
    </p:extLst>
  </p:cSld>
</p:sld>
</file>

<file path=ppt/slides/slide2.xml><?xml version="1.0" encoding="utf-8"?>
<p:sld xmlns:p="http://schemas.openxmlformats.org/presentationml/2006/main">
  <p:cSld>
    <p:bg>
      <p:bgPr>
        <a:solidFill xmlns:a="http://schemas.openxmlformats.org/drawingml/2006/main">
          <a:srgbClr val="0D14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3A9F8D-EE4C-41E2-AA44-4E99698796B3}"/>
              </a:ext>
            </a:extLst>
          </p:cNvPr>
          <p:cNvSpPr>
            <a:spLocks xmlns:a="http://schemas.openxmlformats.org/drawingml/2006/main" noGrp="1"/>
          </p:cNvSpPr>
          <p:nvPr/>
        </p:nvSpPr>
        <p:spPr>
          <a:xfrm xmlns:a="http://schemas.openxmlformats.org/drawingml/2006/main">
            <a:off x="609600" y="5905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6EBF2"/>
                </a:solidFill>
                <a:latin typeface="Arial"/>
                <a:ea typeface="Arial"/>
                <a:cs typeface="Arial"/>
              </a:defRPr>
            </a:defPPr>
            <a:lvl1pPr>
              <a:defRPr sz="3600" b="1">
                <a:solidFill>
                  <a:srgbClr val="E6EBF2"/>
                </a:solidFill>
                <a:latin typeface="Arial"/>
                <a:ea typeface="Arial"/>
                <a:cs typeface="Arial"/>
              </a:defRPr>
            </a:lvl1pPr>
            <a:lvl2pPr>
              <a:defRPr sz="3600" b="1">
                <a:solidFill>
                  <a:srgbClr val="E6EBF2"/>
                </a:solidFill>
                <a:latin typeface="Arial"/>
                <a:ea typeface="Arial"/>
                <a:cs typeface="Arial"/>
              </a:defRPr>
            </a:lvl2pPr>
            <a:lvl3pPr>
              <a:defRPr sz="3600" b="1">
                <a:solidFill>
                  <a:srgbClr val="E6EBF2"/>
                </a:solidFill>
                <a:latin typeface="Arial"/>
                <a:ea typeface="Arial"/>
                <a:cs typeface="Arial"/>
              </a:defRPr>
            </a:lvl3pPr>
            <a:lvl4pPr>
              <a:defRPr sz="3600" b="1">
                <a:solidFill>
                  <a:srgbClr val="E6EBF2"/>
                </a:solidFill>
                <a:latin typeface="Arial"/>
                <a:ea typeface="Arial"/>
                <a:cs typeface="Arial"/>
              </a:defRPr>
            </a:lvl4pPr>
            <a:lvl5pPr>
              <a:defRPr sz="3600" b="1">
                <a:solidFill>
                  <a:srgbClr val="E6EBF2"/>
                </a:solidFill>
                <a:latin typeface="Arial"/>
                <a:ea typeface="Arial"/>
                <a:cs typeface="Arial"/>
              </a:defRPr>
            </a:lvl5pPr>
            <a:lvl6pPr>
              <a:defRPr sz="3600" b="1">
                <a:solidFill>
                  <a:srgbClr val="E6EBF2"/>
                </a:solidFill>
                <a:latin typeface="Arial"/>
                <a:ea typeface="Arial"/>
                <a:cs typeface="Arial"/>
              </a:defRPr>
            </a:lvl6pPr>
            <a:lvl7pPr>
              <a:defRPr sz="3600" b="1">
                <a:solidFill>
                  <a:srgbClr val="E6EBF2"/>
                </a:solidFill>
                <a:latin typeface="Arial"/>
                <a:ea typeface="Arial"/>
                <a:cs typeface="Arial"/>
              </a:defRPr>
            </a:lvl7pPr>
            <a:lvl8pPr>
              <a:defRPr sz="3600" b="1">
                <a:solidFill>
                  <a:srgbClr val="E6EBF2"/>
                </a:solidFill>
                <a:latin typeface="Arial"/>
                <a:ea typeface="Arial"/>
                <a:cs typeface="Arial"/>
              </a:defRPr>
            </a:lvl8pPr>
            <a:lvl9pPr>
              <a:defRPr sz="3600" b="1">
                <a:solidFill>
                  <a:srgbClr val="E6EBF2"/>
                </a:solidFill>
                <a:latin typeface="Arial"/>
                <a:ea typeface="Arial"/>
                <a:cs typeface="Arial"/>
              </a:defRPr>
            </a:lvl9pPr>
          </a:lstStyle>
          <a:p xmlns:a="http://schemas.openxmlformats.org/drawingml/2006/main">
            <a:pPr>
              <a:defRPr sz="3600" b="1">
                <a:solidFill>
                  <a:srgbClr val="E6EBF2"/>
                </a:solidFill>
                <a:latin typeface="Arial"/>
                <a:ea typeface="Arial"/>
                <a:cs typeface="Arial"/>
              </a:defRPr>
            </a:pPr>
            <a:r>
              <a:rPr sz="3600" b="1">
                <a:solidFill>
                  <a:srgbClr val="E6EBF2"/>
                </a:solidFill>
                <a:latin typeface="Arial"/>
                <a:ea typeface="Arial"/>
                <a:cs typeface="Arial"/>
              </a:rPr>
              <a:t>The review problem</a:t>
            </a:r>
          </a:p>
        </p:txBody>
      </p:sp>
      <p:sp>
        <p:nvSpPr>
          <p:cNvPr id="2" name="">
            <a:extLst xmlns:a="http://schemas.openxmlformats.org/drawingml/2006/main">
              <a:ext uri="{FF2B5EF4-FFF2-40B4-BE49-F238E27FC236}">
                <a16:creationId xmlns:a16="http://schemas.microsoft.com/office/drawing/2014/main" id="{AEA4956E-F5FD-4DCD-B137-55F64BFBA606}"/>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2BDCC"/>
                </a:solidFill>
                <a:latin typeface="Arial"/>
                <a:ea typeface="Arial"/>
                <a:cs typeface="Arial"/>
              </a:defRPr>
            </a:defPPr>
            <a:lvl1pPr>
              <a:defRPr sz="1350" b="0">
                <a:solidFill>
                  <a:srgbClr val="B2BDCC"/>
                </a:solidFill>
                <a:latin typeface="Arial"/>
                <a:ea typeface="Arial"/>
                <a:cs typeface="Arial"/>
              </a:defRPr>
            </a:lvl1pPr>
            <a:lvl2pPr>
              <a:defRPr sz="1350" b="0">
                <a:solidFill>
                  <a:srgbClr val="B2BDCC"/>
                </a:solidFill>
                <a:latin typeface="Arial"/>
                <a:ea typeface="Arial"/>
                <a:cs typeface="Arial"/>
              </a:defRPr>
            </a:lvl2pPr>
            <a:lvl3pPr>
              <a:defRPr sz="1350" b="0">
                <a:solidFill>
                  <a:srgbClr val="B2BDCC"/>
                </a:solidFill>
                <a:latin typeface="Arial"/>
                <a:ea typeface="Arial"/>
                <a:cs typeface="Arial"/>
              </a:defRPr>
            </a:lvl3pPr>
            <a:lvl4pPr>
              <a:defRPr sz="1350" b="0">
                <a:solidFill>
                  <a:srgbClr val="B2BDCC"/>
                </a:solidFill>
                <a:latin typeface="Arial"/>
                <a:ea typeface="Arial"/>
                <a:cs typeface="Arial"/>
              </a:defRPr>
            </a:lvl4pPr>
            <a:lvl5pPr>
              <a:defRPr sz="1350" b="0">
                <a:solidFill>
                  <a:srgbClr val="B2BDCC"/>
                </a:solidFill>
                <a:latin typeface="Arial"/>
                <a:ea typeface="Arial"/>
                <a:cs typeface="Arial"/>
              </a:defRPr>
            </a:lvl5pPr>
            <a:lvl6pPr>
              <a:defRPr sz="1350" b="0">
                <a:solidFill>
                  <a:srgbClr val="B2BDCC"/>
                </a:solidFill>
                <a:latin typeface="Arial"/>
                <a:ea typeface="Arial"/>
                <a:cs typeface="Arial"/>
              </a:defRPr>
            </a:lvl6pPr>
            <a:lvl7pPr>
              <a:defRPr sz="1350" b="0">
                <a:solidFill>
                  <a:srgbClr val="B2BDCC"/>
                </a:solidFill>
                <a:latin typeface="Arial"/>
                <a:ea typeface="Arial"/>
                <a:cs typeface="Arial"/>
              </a:defRPr>
            </a:lvl7pPr>
            <a:lvl8pPr>
              <a:defRPr sz="1350" b="0">
                <a:solidFill>
                  <a:srgbClr val="B2BDCC"/>
                </a:solidFill>
                <a:latin typeface="Arial"/>
                <a:ea typeface="Arial"/>
                <a:cs typeface="Arial"/>
              </a:defRPr>
            </a:lvl8pPr>
            <a:lvl9pPr>
              <a:defRPr sz="1350" b="0">
                <a:solidFill>
                  <a:srgbClr val="B2BDCC"/>
                </a:solidFill>
                <a:latin typeface="Arial"/>
                <a:ea typeface="Arial"/>
                <a:cs typeface="Arial"/>
              </a:defRPr>
            </a:lvl9pPr>
          </a:lstStyle>
          <a:p xmlns:a="http://schemas.openxmlformats.org/drawingml/2006/main">
            <a:pPr>
              <a:defRPr sz="1350" b="0">
                <a:solidFill>
                  <a:srgbClr val="B2BDCC"/>
                </a:solidFill>
                <a:latin typeface="Arial"/>
                <a:ea typeface="Arial"/>
                <a:cs typeface="Arial"/>
              </a:defRPr>
            </a:pPr>
            <a:r>
              <a:rPr sz="1350" b="0">
                <a:solidFill>
                  <a:srgbClr val="B2BDCC"/>
                </a:solidFill>
                <a:latin typeface="Arial"/>
                <a:ea typeface="Arial"/>
                <a:cs typeface="Arial"/>
              </a:rPr>
              <a:t>ShotProof     2/5</a:t>
            </a:r>
          </a:p>
        </p:txBody>
      </p:sp>
      <p:sp>
        <p:nvSpPr>
          <p:cNvPr id="3" name="">
            <a:extLst xmlns:a="http://schemas.openxmlformats.org/drawingml/2006/main">
              <a:ext uri="{FF2B5EF4-FFF2-40B4-BE49-F238E27FC236}">
                <a16:creationId xmlns:a16="http://schemas.microsoft.com/office/drawing/2014/main" id="{A41A1740-C8E8-40BE-A58C-6636BA030267}"/>
              </a:ext>
            </a:extLst>
          </p:cNvPr>
          <p:cNvSpPr>
            <a:spLocks xmlns:a="http://schemas.openxmlformats.org/drawingml/2006/main" noGrp="1"/>
          </p:cNvSpPr>
          <p:nvPr/>
        </p:nvSpPr>
        <p:spPr>
          <a:xfrm xmlns:a="http://schemas.openxmlformats.org/drawingml/2006/main">
            <a:off x="6096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8DDFC9"/>
                </a:solidFill>
                <a:latin typeface="Arial"/>
                <a:ea typeface="Arial"/>
                <a:cs typeface="Arial"/>
              </a:defRPr>
            </a:defPPr>
            <a:lvl1pPr>
              <a:defRPr sz="3000" b="1">
                <a:solidFill>
                  <a:srgbClr val="8DDFC9"/>
                </a:solidFill>
                <a:latin typeface="Arial"/>
                <a:ea typeface="Arial"/>
                <a:cs typeface="Arial"/>
              </a:defRPr>
            </a:lvl1pPr>
            <a:lvl2pPr>
              <a:defRPr sz="3000" b="1">
                <a:solidFill>
                  <a:srgbClr val="8DDFC9"/>
                </a:solidFill>
                <a:latin typeface="Arial"/>
                <a:ea typeface="Arial"/>
                <a:cs typeface="Arial"/>
              </a:defRPr>
            </a:lvl2pPr>
            <a:lvl3pPr>
              <a:defRPr sz="3000" b="1">
                <a:solidFill>
                  <a:srgbClr val="8DDFC9"/>
                </a:solidFill>
                <a:latin typeface="Arial"/>
                <a:ea typeface="Arial"/>
                <a:cs typeface="Arial"/>
              </a:defRPr>
            </a:lvl3pPr>
            <a:lvl4pPr>
              <a:defRPr sz="3000" b="1">
                <a:solidFill>
                  <a:srgbClr val="8DDFC9"/>
                </a:solidFill>
                <a:latin typeface="Arial"/>
                <a:ea typeface="Arial"/>
                <a:cs typeface="Arial"/>
              </a:defRPr>
            </a:lvl4pPr>
            <a:lvl5pPr>
              <a:defRPr sz="3000" b="1">
                <a:solidFill>
                  <a:srgbClr val="8DDFC9"/>
                </a:solidFill>
                <a:latin typeface="Arial"/>
                <a:ea typeface="Arial"/>
                <a:cs typeface="Arial"/>
              </a:defRPr>
            </a:lvl5pPr>
            <a:lvl6pPr>
              <a:defRPr sz="3000" b="1">
                <a:solidFill>
                  <a:srgbClr val="8DDFC9"/>
                </a:solidFill>
                <a:latin typeface="Arial"/>
                <a:ea typeface="Arial"/>
                <a:cs typeface="Arial"/>
              </a:defRPr>
            </a:lvl6pPr>
            <a:lvl7pPr>
              <a:defRPr sz="3000" b="1">
                <a:solidFill>
                  <a:srgbClr val="8DDFC9"/>
                </a:solidFill>
                <a:latin typeface="Arial"/>
                <a:ea typeface="Arial"/>
                <a:cs typeface="Arial"/>
              </a:defRPr>
            </a:lvl7pPr>
            <a:lvl8pPr>
              <a:defRPr sz="3000" b="1">
                <a:solidFill>
                  <a:srgbClr val="8DDFC9"/>
                </a:solidFill>
                <a:latin typeface="Arial"/>
                <a:ea typeface="Arial"/>
                <a:cs typeface="Arial"/>
              </a:defRPr>
            </a:lvl8pPr>
            <a:lvl9pPr>
              <a:defRPr sz="3000" b="1">
                <a:solidFill>
                  <a:srgbClr val="8DDFC9"/>
                </a:solidFill>
                <a:latin typeface="Arial"/>
                <a:ea typeface="Arial"/>
                <a:cs typeface="Arial"/>
              </a:defRPr>
            </a:lvl9pPr>
          </a:lstStyle>
          <a:p xmlns:a="http://schemas.openxmlformats.org/drawingml/2006/main">
            <a:pPr>
              <a:defRPr sz="3000" b="1">
                <a:solidFill>
                  <a:srgbClr val="8DDFC9"/>
                </a:solidFill>
                <a:latin typeface="Arial"/>
                <a:ea typeface="Arial"/>
                <a:cs typeface="Arial"/>
              </a:defRPr>
            </a:pPr>
            <a:r>
              <a:rPr sz="3000" b="1">
                <a:solidFill>
                  <a:srgbClr val="8DDFC9"/>
                </a:solidFill>
                <a:latin typeface="Arial"/>
                <a:ea typeface="Arial"/>
                <a:cs typeface="Arial"/>
              </a:rPr>
              <a:t>A changed product detail can slip into creative content</a:t>
            </a:r>
          </a:p>
        </p:txBody>
      </p:sp>
      <p:sp>
        <p:nvSpPr>
          <p:cNvPr id="4" name="">
            <a:extLst xmlns:a="http://schemas.openxmlformats.org/drawingml/2006/main">
              <a:ext uri="{FF2B5EF4-FFF2-40B4-BE49-F238E27FC236}">
                <a16:creationId xmlns:a16="http://schemas.microsoft.com/office/drawing/2014/main" id="{10B65BFB-EECC-4F81-B366-414187E255D7}"/>
              </a:ext>
            </a:extLst>
          </p:cNvPr>
          <p:cNvSpPr>
            <a:spLocks xmlns:a="http://schemas.openxmlformats.org/drawingml/2006/main" noGrp="1"/>
          </p:cNvSpPr>
          <p:nvPr/>
        </p:nvSpPr>
        <p:spPr>
          <a:xfrm xmlns:a="http://schemas.openxmlformats.org/drawingml/2006/main">
            <a:off x="609600" y="3095625"/>
            <a:ext cx="1038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6EBF2"/>
                </a:solidFill>
                <a:latin typeface="Arial"/>
                <a:ea typeface="Arial"/>
                <a:cs typeface="Arial"/>
              </a:defRPr>
            </a:defPPr>
            <a:lvl1pPr>
              <a:defRPr sz="2550" b="0">
                <a:solidFill>
                  <a:srgbClr val="E6EBF2"/>
                </a:solidFill>
                <a:latin typeface="Arial"/>
                <a:ea typeface="Arial"/>
                <a:cs typeface="Arial"/>
              </a:defRPr>
            </a:lvl1pPr>
            <a:lvl2pPr>
              <a:defRPr sz="2550" b="0">
                <a:solidFill>
                  <a:srgbClr val="E6EBF2"/>
                </a:solidFill>
                <a:latin typeface="Arial"/>
                <a:ea typeface="Arial"/>
                <a:cs typeface="Arial"/>
              </a:defRPr>
            </a:lvl2pPr>
            <a:lvl3pPr>
              <a:defRPr sz="2550" b="0">
                <a:solidFill>
                  <a:srgbClr val="E6EBF2"/>
                </a:solidFill>
                <a:latin typeface="Arial"/>
                <a:ea typeface="Arial"/>
                <a:cs typeface="Arial"/>
              </a:defRPr>
            </a:lvl3pPr>
            <a:lvl4pPr>
              <a:defRPr sz="2550" b="0">
                <a:solidFill>
                  <a:srgbClr val="E6EBF2"/>
                </a:solidFill>
                <a:latin typeface="Arial"/>
                <a:ea typeface="Arial"/>
                <a:cs typeface="Arial"/>
              </a:defRPr>
            </a:lvl4pPr>
            <a:lvl5pPr>
              <a:defRPr sz="2550" b="0">
                <a:solidFill>
                  <a:srgbClr val="E6EBF2"/>
                </a:solidFill>
                <a:latin typeface="Arial"/>
                <a:ea typeface="Arial"/>
                <a:cs typeface="Arial"/>
              </a:defRPr>
            </a:lvl5pPr>
            <a:lvl6pPr>
              <a:defRPr sz="2550" b="0">
                <a:solidFill>
                  <a:srgbClr val="E6EBF2"/>
                </a:solidFill>
                <a:latin typeface="Arial"/>
                <a:ea typeface="Arial"/>
                <a:cs typeface="Arial"/>
              </a:defRPr>
            </a:lvl6pPr>
            <a:lvl7pPr>
              <a:defRPr sz="2550" b="0">
                <a:solidFill>
                  <a:srgbClr val="E6EBF2"/>
                </a:solidFill>
                <a:latin typeface="Arial"/>
                <a:ea typeface="Arial"/>
                <a:cs typeface="Arial"/>
              </a:defRPr>
            </a:lvl7pPr>
            <a:lvl8pPr>
              <a:defRPr sz="2550" b="0">
                <a:solidFill>
                  <a:srgbClr val="E6EBF2"/>
                </a:solidFill>
                <a:latin typeface="Arial"/>
                <a:ea typeface="Arial"/>
                <a:cs typeface="Arial"/>
              </a:defRPr>
            </a:lvl8pPr>
            <a:lvl9pPr>
              <a:defRPr sz="2550" b="0">
                <a:solidFill>
                  <a:srgbClr val="E6EBF2"/>
                </a:solidFill>
                <a:latin typeface="Arial"/>
                <a:ea typeface="Arial"/>
                <a:cs typeface="Arial"/>
              </a:defRPr>
            </a:lvl9pPr>
          </a:lstStyle>
          <a:p xmlns:a="http://schemas.openxmlformats.org/drawingml/2006/main">
            <a:pPr>
              <a:defRPr sz="2550" b="0">
                <a:solidFill>
                  <a:srgbClr val="E6EBF2"/>
                </a:solidFill>
                <a:latin typeface="Arial"/>
                <a:ea typeface="Arial"/>
                <a:cs typeface="Arial"/>
              </a:defRPr>
            </a:pPr>
            <a:r>
              <a:rPr sz="2550" b="0">
                <a:solidFill>
                  <a:srgbClr val="E6EBF2"/>
                </a:solidFill>
                <a:latin typeface="Arial"/>
                <a:ea typeface="Arial"/>
                <a:cs typeface="Arial"/>
              </a:rPr>
              <a:t>Reviewers need to see the reference, inspect the candidate and retain the reason for their decision.</a:t>
            </a:r>
          </a:p>
        </p:txBody>
      </p:sp>
      <p:sp>
        <p:nvSpPr>
          <p:cNvPr id="5" name="">
            <a:extLst xmlns:a="http://schemas.openxmlformats.org/drawingml/2006/main">
              <a:ext uri="{FF2B5EF4-FFF2-40B4-BE49-F238E27FC236}">
                <a16:creationId xmlns:a16="http://schemas.microsoft.com/office/drawing/2014/main" id="{E56501D6-E14F-4824-9450-9F26F446EAC0}"/>
              </a:ext>
            </a:extLst>
          </p:cNvPr>
          <p:cNvSpPr>
            <a:spLocks xmlns:a="http://schemas.openxmlformats.org/drawingml/2006/main" noGrp="1"/>
          </p:cNvSpPr>
          <p:nvPr/>
        </p:nvSpPr>
        <p:spPr>
          <a:xfrm xmlns:a="http://schemas.openxmlformats.org/drawingml/2006/main">
            <a:off x="609600" y="471487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CE8B"/>
                </a:solidFill>
                <a:latin typeface="Arial"/>
                <a:ea typeface="Arial"/>
                <a:cs typeface="Arial"/>
              </a:defRPr>
            </a:defPPr>
            <a:lvl1pPr>
              <a:defRPr sz="2325" b="0">
                <a:solidFill>
                  <a:srgbClr val="FFCE8B"/>
                </a:solidFill>
                <a:latin typeface="Arial"/>
                <a:ea typeface="Arial"/>
                <a:cs typeface="Arial"/>
              </a:defRPr>
            </a:lvl1pPr>
            <a:lvl2pPr>
              <a:defRPr sz="2325" b="0">
                <a:solidFill>
                  <a:srgbClr val="FFCE8B"/>
                </a:solidFill>
                <a:latin typeface="Arial"/>
                <a:ea typeface="Arial"/>
                <a:cs typeface="Arial"/>
              </a:defRPr>
            </a:lvl2pPr>
            <a:lvl3pPr>
              <a:defRPr sz="2325" b="0">
                <a:solidFill>
                  <a:srgbClr val="FFCE8B"/>
                </a:solidFill>
                <a:latin typeface="Arial"/>
                <a:ea typeface="Arial"/>
                <a:cs typeface="Arial"/>
              </a:defRPr>
            </a:lvl3pPr>
            <a:lvl4pPr>
              <a:defRPr sz="2325" b="0">
                <a:solidFill>
                  <a:srgbClr val="FFCE8B"/>
                </a:solidFill>
                <a:latin typeface="Arial"/>
                <a:ea typeface="Arial"/>
                <a:cs typeface="Arial"/>
              </a:defRPr>
            </a:lvl4pPr>
            <a:lvl5pPr>
              <a:defRPr sz="2325" b="0">
                <a:solidFill>
                  <a:srgbClr val="FFCE8B"/>
                </a:solidFill>
                <a:latin typeface="Arial"/>
                <a:ea typeface="Arial"/>
                <a:cs typeface="Arial"/>
              </a:defRPr>
            </a:lvl5pPr>
            <a:lvl6pPr>
              <a:defRPr sz="2325" b="0">
                <a:solidFill>
                  <a:srgbClr val="FFCE8B"/>
                </a:solidFill>
                <a:latin typeface="Arial"/>
                <a:ea typeface="Arial"/>
                <a:cs typeface="Arial"/>
              </a:defRPr>
            </a:lvl6pPr>
            <a:lvl7pPr>
              <a:defRPr sz="2325" b="0">
                <a:solidFill>
                  <a:srgbClr val="FFCE8B"/>
                </a:solidFill>
                <a:latin typeface="Arial"/>
                <a:ea typeface="Arial"/>
                <a:cs typeface="Arial"/>
              </a:defRPr>
            </a:lvl7pPr>
            <a:lvl8pPr>
              <a:defRPr sz="2325" b="0">
                <a:solidFill>
                  <a:srgbClr val="FFCE8B"/>
                </a:solidFill>
                <a:latin typeface="Arial"/>
                <a:ea typeface="Arial"/>
                <a:cs typeface="Arial"/>
              </a:defRPr>
            </a:lvl8pPr>
            <a:lvl9pPr>
              <a:defRPr sz="2325" b="0">
                <a:solidFill>
                  <a:srgbClr val="FFCE8B"/>
                </a:solidFill>
                <a:latin typeface="Arial"/>
                <a:ea typeface="Arial"/>
                <a:cs typeface="Arial"/>
              </a:defRPr>
            </a:lvl9pPr>
          </a:lstStyle>
          <a:p xmlns:a="http://schemas.openxmlformats.org/drawingml/2006/main">
            <a:pPr>
              <a:defRPr sz="2325" b="0">
                <a:solidFill>
                  <a:srgbClr val="FFCE8B"/>
                </a:solidFill>
                <a:latin typeface="Arial"/>
                <a:ea typeface="Arial"/>
                <a:cs typeface="Arial"/>
              </a:defRPr>
            </a:pPr>
            <a:r>
              <a:rPr sz="2325" b="0">
                <a:solidFill>
                  <a:srgbClr val="FFCE8B"/>
                </a:solidFill>
                <a:latin typeface="Arial"/>
                <a:ea typeface="Arial"/>
                <a:cs typeface="Arial"/>
              </a:rPr>
              <a:t>Occlusion needs an uncertain answer. A concealed component cannot be counted as absent.</a:t>
            </a:r>
          </a:p>
        </p:txBody>
      </p:sp>
    </p:spTree>
    <p:extLst>
      <p:ext uri="{BB962C8B-B14F-4D97-AF65-F5344CB8AC3E}">
        <p14:creationId xmlns:p14="http://schemas.microsoft.com/office/powerpoint/2010/main" val="463290668"/>
      </p:ext>
    </p:extLst>
  </p:cSld>
</p:sld>
</file>

<file path=ppt/slides/slide3.xml><?xml version="1.0" encoding="utf-8"?>
<p:sld xmlns:p="http://schemas.openxmlformats.org/presentationml/2006/main">
  <p:cSld>
    <p:bg>
      <p:bgPr>
        <a:solidFill xmlns:a="http://schemas.openxmlformats.org/drawingml/2006/main">
          <a:srgbClr val="0D14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B54B51-5A2B-4898-8DFB-AE9E676DEACA}"/>
              </a:ext>
            </a:extLst>
          </p:cNvPr>
          <p:cNvSpPr>
            <a:spLocks xmlns:a="http://schemas.openxmlformats.org/drawingml/2006/main" noGrp="1"/>
          </p:cNvSpPr>
          <p:nvPr/>
        </p:nvSpPr>
        <p:spPr>
          <a:xfrm xmlns:a="http://schemas.openxmlformats.org/drawingml/2006/main">
            <a:off x="609600" y="5905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6EBF2"/>
                </a:solidFill>
                <a:latin typeface="Arial"/>
                <a:ea typeface="Arial"/>
                <a:cs typeface="Arial"/>
              </a:defRPr>
            </a:defPPr>
            <a:lvl1pPr>
              <a:defRPr sz="3600" b="1">
                <a:solidFill>
                  <a:srgbClr val="E6EBF2"/>
                </a:solidFill>
                <a:latin typeface="Arial"/>
                <a:ea typeface="Arial"/>
                <a:cs typeface="Arial"/>
              </a:defRPr>
            </a:lvl1pPr>
            <a:lvl2pPr>
              <a:defRPr sz="3600" b="1">
                <a:solidFill>
                  <a:srgbClr val="E6EBF2"/>
                </a:solidFill>
                <a:latin typeface="Arial"/>
                <a:ea typeface="Arial"/>
                <a:cs typeface="Arial"/>
              </a:defRPr>
            </a:lvl2pPr>
            <a:lvl3pPr>
              <a:defRPr sz="3600" b="1">
                <a:solidFill>
                  <a:srgbClr val="E6EBF2"/>
                </a:solidFill>
                <a:latin typeface="Arial"/>
                <a:ea typeface="Arial"/>
                <a:cs typeface="Arial"/>
              </a:defRPr>
            </a:lvl3pPr>
            <a:lvl4pPr>
              <a:defRPr sz="3600" b="1">
                <a:solidFill>
                  <a:srgbClr val="E6EBF2"/>
                </a:solidFill>
                <a:latin typeface="Arial"/>
                <a:ea typeface="Arial"/>
                <a:cs typeface="Arial"/>
              </a:defRPr>
            </a:lvl4pPr>
            <a:lvl5pPr>
              <a:defRPr sz="3600" b="1">
                <a:solidFill>
                  <a:srgbClr val="E6EBF2"/>
                </a:solidFill>
                <a:latin typeface="Arial"/>
                <a:ea typeface="Arial"/>
                <a:cs typeface="Arial"/>
              </a:defRPr>
            </a:lvl5pPr>
            <a:lvl6pPr>
              <a:defRPr sz="3600" b="1">
                <a:solidFill>
                  <a:srgbClr val="E6EBF2"/>
                </a:solidFill>
                <a:latin typeface="Arial"/>
                <a:ea typeface="Arial"/>
                <a:cs typeface="Arial"/>
              </a:defRPr>
            </a:lvl6pPr>
            <a:lvl7pPr>
              <a:defRPr sz="3600" b="1">
                <a:solidFill>
                  <a:srgbClr val="E6EBF2"/>
                </a:solidFill>
                <a:latin typeface="Arial"/>
                <a:ea typeface="Arial"/>
                <a:cs typeface="Arial"/>
              </a:defRPr>
            </a:lvl7pPr>
            <a:lvl8pPr>
              <a:defRPr sz="3600" b="1">
                <a:solidFill>
                  <a:srgbClr val="E6EBF2"/>
                </a:solidFill>
                <a:latin typeface="Arial"/>
                <a:ea typeface="Arial"/>
                <a:cs typeface="Arial"/>
              </a:defRPr>
            </a:lvl8pPr>
            <a:lvl9pPr>
              <a:defRPr sz="3600" b="1">
                <a:solidFill>
                  <a:srgbClr val="E6EBF2"/>
                </a:solidFill>
                <a:latin typeface="Arial"/>
                <a:ea typeface="Arial"/>
                <a:cs typeface="Arial"/>
              </a:defRPr>
            </a:lvl9pPr>
          </a:lstStyle>
          <a:p xmlns:a="http://schemas.openxmlformats.org/drawingml/2006/main">
            <a:pPr>
              <a:defRPr sz="3600" b="1">
                <a:solidFill>
                  <a:srgbClr val="E6EBF2"/>
                </a:solidFill>
                <a:latin typeface="Arial"/>
                <a:ea typeface="Arial"/>
                <a:cs typeface="Arial"/>
              </a:defRPr>
            </a:pPr>
            <a:r>
              <a:rPr sz="3600" b="1">
                <a:solidFill>
                  <a:srgbClr val="E6EBF2"/>
                </a:solidFill>
                <a:latin typeface="Arial"/>
                <a:ea typeface="Arial"/>
                <a:cs typeface="Arial"/>
              </a:rPr>
              <a:t>Original images, explicit uncertainty</a:t>
            </a:r>
          </a:p>
        </p:txBody>
      </p:sp>
      <p:sp>
        <p:nvSpPr>
          <p:cNvPr id="2" name="">
            <a:extLst xmlns:a="http://schemas.openxmlformats.org/drawingml/2006/main">
              <a:ext uri="{FF2B5EF4-FFF2-40B4-BE49-F238E27FC236}">
                <a16:creationId xmlns:a16="http://schemas.microsoft.com/office/drawing/2014/main" id="{255C09F2-ADF8-4840-872C-7C7DCD3EE527}"/>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2BDCC"/>
                </a:solidFill>
                <a:latin typeface="Arial"/>
                <a:ea typeface="Arial"/>
                <a:cs typeface="Arial"/>
              </a:defRPr>
            </a:defPPr>
            <a:lvl1pPr>
              <a:defRPr sz="1350" b="0">
                <a:solidFill>
                  <a:srgbClr val="B2BDCC"/>
                </a:solidFill>
                <a:latin typeface="Arial"/>
                <a:ea typeface="Arial"/>
                <a:cs typeface="Arial"/>
              </a:defRPr>
            </a:lvl1pPr>
            <a:lvl2pPr>
              <a:defRPr sz="1350" b="0">
                <a:solidFill>
                  <a:srgbClr val="B2BDCC"/>
                </a:solidFill>
                <a:latin typeface="Arial"/>
                <a:ea typeface="Arial"/>
                <a:cs typeface="Arial"/>
              </a:defRPr>
            </a:lvl2pPr>
            <a:lvl3pPr>
              <a:defRPr sz="1350" b="0">
                <a:solidFill>
                  <a:srgbClr val="B2BDCC"/>
                </a:solidFill>
                <a:latin typeface="Arial"/>
                <a:ea typeface="Arial"/>
                <a:cs typeface="Arial"/>
              </a:defRPr>
            </a:lvl3pPr>
            <a:lvl4pPr>
              <a:defRPr sz="1350" b="0">
                <a:solidFill>
                  <a:srgbClr val="B2BDCC"/>
                </a:solidFill>
                <a:latin typeface="Arial"/>
                <a:ea typeface="Arial"/>
                <a:cs typeface="Arial"/>
              </a:defRPr>
            </a:lvl4pPr>
            <a:lvl5pPr>
              <a:defRPr sz="1350" b="0">
                <a:solidFill>
                  <a:srgbClr val="B2BDCC"/>
                </a:solidFill>
                <a:latin typeface="Arial"/>
                <a:ea typeface="Arial"/>
                <a:cs typeface="Arial"/>
              </a:defRPr>
            </a:lvl5pPr>
            <a:lvl6pPr>
              <a:defRPr sz="1350" b="0">
                <a:solidFill>
                  <a:srgbClr val="B2BDCC"/>
                </a:solidFill>
                <a:latin typeface="Arial"/>
                <a:ea typeface="Arial"/>
                <a:cs typeface="Arial"/>
              </a:defRPr>
            </a:lvl6pPr>
            <a:lvl7pPr>
              <a:defRPr sz="1350" b="0">
                <a:solidFill>
                  <a:srgbClr val="B2BDCC"/>
                </a:solidFill>
                <a:latin typeface="Arial"/>
                <a:ea typeface="Arial"/>
                <a:cs typeface="Arial"/>
              </a:defRPr>
            </a:lvl7pPr>
            <a:lvl8pPr>
              <a:defRPr sz="1350" b="0">
                <a:solidFill>
                  <a:srgbClr val="B2BDCC"/>
                </a:solidFill>
                <a:latin typeface="Arial"/>
                <a:ea typeface="Arial"/>
                <a:cs typeface="Arial"/>
              </a:defRPr>
            </a:lvl8pPr>
            <a:lvl9pPr>
              <a:defRPr sz="1350" b="0">
                <a:solidFill>
                  <a:srgbClr val="B2BDCC"/>
                </a:solidFill>
                <a:latin typeface="Arial"/>
                <a:ea typeface="Arial"/>
                <a:cs typeface="Arial"/>
              </a:defRPr>
            </a:lvl9pPr>
          </a:lstStyle>
          <a:p xmlns:a="http://schemas.openxmlformats.org/drawingml/2006/main">
            <a:pPr>
              <a:defRPr sz="1350" b="0">
                <a:solidFill>
                  <a:srgbClr val="B2BDCC"/>
                </a:solidFill>
                <a:latin typeface="Arial"/>
                <a:ea typeface="Arial"/>
                <a:cs typeface="Arial"/>
              </a:defRPr>
            </a:pPr>
            <a:r>
              <a:rPr sz="1350" b="0">
                <a:solidFill>
                  <a:srgbClr val="B2BDCC"/>
                </a:solidFill>
                <a:latin typeface="Arial"/>
                <a:ea typeface="Arial"/>
                <a:cs typeface="Arial"/>
              </a:rPr>
              <a:t>ShotProof     3/5</a:t>
            </a:r>
          </a:p>
        </p:txBody>
      </p:sp>
      <p:pic>
        <p:nvPicPr>
          <p:cNvPr id="3" name="">
            <a:extLst xmlns:a="http://schemas.openxmlformats.org/drawingml/2006/main">
              <a:ext uri="{FF2B5EF4-FFF2-40B4-BE49-F238E27FC236}">
                <a16:creationId xmlns:a16="http://schemas.microsoft.com/office/drawing/2014/main" id="{476626EE-E14C-4993-9DE8-5292A0178D59}"/>
              </a:ext>
            </a:extLst>
          </p:cNvPr>
          <p:cNvPicPr>
            <a:picLocks xmlns:a="http://schemas.openxmlformats.org/drawingml/2006/main" noChangeAspect="1"/>
          </p:cNvPicPr>
          <p:nvPr/>
        </p:nvPicPr>
        <p:blipFill>
          <a:blip xmlns:r="http://schemas.openxmlformats.org/officeDocument/2006/relationships" xmlns:a="http://schemas.openxmlformats.org/drawingml/2006/main" r:embed="R491575465c3643dc"/>
          <a:stretch xmlns:a="http://schemas.openxmlformats.org/drawingml/2006/main"/>
        </p:blipFill>
        <p:spPr>
          <a:xfrm xmlns:a="http://schemas.openxmlformats.org/drawingml/2006/main">
            <a:off x="609600" y="2050256"/>
            <a:ext cx="5295900" cy="330993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72360D8-C110-4F16-BB0B-36C9A38C01D9}"/>
              </a:ext>
            </a:extLst>
          </p:cNvPr>
          <p:cNvSpPr>
            <a:spLocks xmlns:a="http://schemas.openxmlformats.org/drawingml/2006/main" noGrp="1"/>
          </p:cNvSpPr>
          <p:nvPr/>
        </p:nvSpPr>
        <p:spPr>
          <a:xfrm xmlns:a="http://schemas.openxmlformats.org/drawingml/2006/main">
            <a:off x="609600" y="15621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8DDFC9"/>
                </a:solidFill>
                <a:latin typeface="Arial"/>
                <a:ea typeface="Arial"/>
                <a:cs typeface="Arial"/>
              </a:defRPr>
            </a:defPPr>
            <a:lvl1pPr>
              <a:defRPr sz="2025" b="1">
                <a:solidFill>
                  <a:srgbClr val="8DDFC9"/>
                </a:solidFill>
                <a:latin typeface="Arial"/>
                <a:ea typeface="Arial"/>
                <a:cs typeface="Arial"/>
              </a:defRPr>
            </a:lvl1pPr>
            <a:lvl2pPr>
              <a:defRPr sz="2025" b="1">
                <a:solidFill>
                  <a:srgbClr val="8DDFC9"/>
                </a:solidFill>
                <a:latin typeface="Arial"/>
                <a:ea typeface="Arial"/>
                <a:cs typeface="Arial"/>
              </a:defRPr>
            </a:lvl2pPr>
            <a:lvl3pPr>
              <a:defRPr sz="2025" b="1">
                <a:solidFill>
                  <a:srgbClr val="8DDFC9"/>
                </a:solidFill>
                <a:latin typeface="Arial"/>
                <a:ea typeface="Arial"/>
                <a:cs typeface="Arial"/>
              </a:defRPr>
            </a:lvl3pPr>
            <a:lvl4pPr>
              <a:defRPr sz="2025" b="1">
                <a:solidFill>
                  <a:srgbClr val="8DDFC9"/>
                </a:solidFill>
                <a:latin typeface="Arial"/>
                <a:ea typeface="Arial"/>
                <a:cs typeface="Arial"/>
              </a:defRPr>
            </a:lvl4pPr>
            <a:lvl5pPr>
              <a:defRPr sz="2025" b="1">
                <a:solidFill>
                  <a:srgbClr val="8DDFC9"/>
                </a:solidFill>
                <a:latin typeface="Arial"/>
                <a:ea typeface="Arial"/>
                <a:cs typeface="Arial"/>
              </a:defRPr>
            </a:lvl5pPr>
            <a:lvl6pPr>
              <a:defRPr sz="2025" b="1">
                <a:solidFill>
                  <a:srgbClr val="8DDFC9"/>
                </a:solidFill>
                <a:latin typeface="Arial"/>
                <a:ea typeface="Arial"/>
                <a:cs typeface="Arial"/>
              </a:defRPr>
            </a:lvl6pPr>
            <a:lvl7pPr>
              <a:defRPr sz="2025" b="1">
                <a:solidFill>
                  <a:srgbClr val="8DDFC9"/>
                </a:solidFill>
                <a:latin typeface="Arial"/>
                <a:ea typeface="Arial"/>
                <a:cs typeface="Arial"/>
              </a:defRPr>
            </a:lvl7pPr>
            <a:lvl8pPr>
              <a:defRPr sz="2025" b="1">
                <a:solidFill>
                  <a:srgbClr val="8DDFC9"/>
                </a:solidFill>
                <a:latin typeface="Arial"/>
                <a:ea typeface="Arial"/>
                <a:cs typeface="Arial"/>
              </a:defRPr>
            </a:lvl8pPr>
            <a:lvl9pPr>
              <a:defRPr sz="2025" b="1">
                <a:solidFill>
                  <a:srgbClr val="8DDFC9"/>
                </a:solidFill>
                <a:latin typeface="Arial"/>
                <a:ea typeface="Arial"/>
                <a:cs typeface="Arial"/>
              </a:defRPr>
            </a:lvl9pPr>
          </a:lstStyle>
          <a:p xmlns:a="http://schemas.openxmlformats.org/drawingml/2006/main">
            <a:pPr>
              <a:defRPr sz="2025" b="1">
                <a:solidFill>
                  <a:srgbClr val="8DDFC9"/>
                </a:solidFill>
                <a:latin typeface="Arial"/>
                <a:ea typeface="Arial"/>
                <a:cs typeface="Arial"/>
              </a:defRPr>
            </a:pPr>
            <a:r>
              <a:rPr sz="2025" b="1">
                <a:solidFill>
                  <a:srgbClr val="8DDFC9"/>
                </a:solidFill>
                <a:latin typeface="Arial"/>
                <a:ea typeface="Arial"/>
                <a:cs typeface="Arial"/>
              </a:rPr>
              <a:t>Selected reference</a:t>
            </a:r>
          </a:p>
        </p:txBody>
      </p:sp>
      <p:pic>
        <p:nvPicPr>
          <p:cNvPr id="5" name="">
            <a:extLst xmlns:a="http://schemas.openxmlformats.org/drawingml/2006/main">
              <a:ext uri="{FF2B5EF4-FFF2-40B4-BE49-F238E27FC236}">
                <a16:creationId xmlns:a16="http://schemas.microsoft.com/office/drawing/2014/main" id="{198E575E-D812-4FC5-BCDA-79D027241371}"/>
              </a:ext>
            </a:extLst>
          </p:cNvPr>
          <p:cNvPicPr>
            <a:picLocks xmlns:a="http://schemas.openxmlformats.org/drawingml/2006/main" noChangeAspect="1"/>
          </p:cNvPicPr>
          <p:nvPr/>
        </p:nvPicPr>
        <p:blipFill>
          <a:blip xmlns:r="http://schemas.openxmlformats.org/officeDocument/2006/relationships" xmlns:a="http://schemas.openxmlformats.org/drawingml/2006/main" r:embed="R908ca28f92844001"/>
          <a:stretch xmlns:a="http://schemas.openxmlformats.org/drawingml/2006/main"/>
        </p:blipFill>
        <p:spPr>
          <a:xfrm xmlns:a="http://schemas.openxmlformats.org/drawingml/2006/main">
            <a:off x="6286500" y="2050256"/>
            <a:ext cx="5295900" cy="330993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C77D2AC-A80F-4B37-AE81-3E41D19EF042}"/>
              </a:ext>
            </a:extLst>
          </p:cNvPr>
          <p:cNvSpPr>
            <a:spLocks xmlns:a="http://schemas.openxmlformats.org/drawingml/2006/main" noGrp="1"/>
          </p:cNvSpPr>
          <p:nvPr/>
        </p:nvSpPr>
        <p:spPr>
          <a:xfrm xmlns:a="http://schemas.openxmlformats.org/drawingml/2006/main">
            <a:off x="6286500" y="15621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8DDFC9"/>
                </a:solidFill>
                <a:latin typeface="Arial"/>
                <a:ea typeface="Arial"/>
                <a:cs typeface="Arial"/>
              </a:defRPr>
            </a:defPPr>
            <a:lvl1pPr>
              <a:defRPr sz="2025" b="1">
                <a:solidFill>
                  <a:srgbClr val="8DDFC9"/>
                </a:solidFill>
                <a:latin typeface="Arial"/>
                <a:ea typeface="Arial"/>
                <a:cs typeface="Arial"/>
              </a:defRPr>
            </a:lvl1pPr>
            <a:lvl2pPr>
              <a:defRPr sz="2025" b="1">
                <a:solidFill>
                  <a:srgbClr val="8DDFC9"/>
                </a:solidFill>
                <a:latin typeface="Arial"/>
                <a:ea typeface="Arial"/>
                <a:cs typeface="Arial"/>
              </a:defRPr>
            </a:lvl2pPr>
            <a:lvl3pPr>
              <a:defRPr sz="2025" b="1">
                <a:solidFill>
                  <a:srgbClr val="8DDFC9"/>
                </a:solidFill>
                <a:latin typeface="Arial"/>
                <a:ea typeface="Arial"/>
                <a:cs typeface="Arial"/>
              </a:defRPr>
            </a:lvl3pPr>
            <a:lvl4pPr>
              <a:defRPr sz="2025" b="1">
                <a:solidFill>
                  <a:srgbClr val="8DDFC9"/>
                </a:solidFill>
                <a:latin typeface="Arial"/>
                <a:ea typeface="Arial"/>
                <a:cs typeface="Arial"/>
              </a:defRPr>
            </a:lvl4pPr>
            <a:lvl5pPr>
              <a:defRPr sz="2025" b="1">
                <a:solidFill>
                  <a:srgbClr val="8DDFC9"/>
                </a:solidFill>
                <a:latin typeface="Arial"/>
                <a:ea typeface="Arial"/>
                <a:cs typeface="Arial"/>
              </a:defRPr>
            </a:lvl5pPr>
            <a:lvl6pPr>
              <a:defRPr sz="2025" b="1">
                <a:solidFill>
                  <a:srgbClr val="8DDFC9"/>
                </a:solidFill>
                <a:latin typeface="Arial"/>
                <a:ea typeface="Arial"/>
                <a:cs typeface="Arial"/>
              </a:defRPr>
            </a:lvl6pPr>
            <a:lvl7pPr>
              <a:defRPr sz="2025" b="1">
                <a:solidFill>
                  <a:srgbClr val="8DDFC9"/>
                </a:solidFill>
                <a:latin typeface="Arial"/>
                <a:ea typeface="Arial"/>
                <a:cs typeface="Arial"/>
              </a:defRPr>
            </a:lvl7pPr>
            <a:lvl8pPr>
              <a:defRPr sz="2025" b="1">
                <a:solidFill>
                  <a:srgbClr val="8DDFC9"/>
                </a:solidFill>
                <a:latin typeface="Arial"/>
                <a:ea typeface="Arial"/>
                <a:cs typeface="Arial"/>
              </a:defRPr>
            </a:lvl8pPr>
            <a:lvl9pPr>
              <a:defRPr sz="2025" b="1">
                <a:solidFill>
                  <a:srgbClr val="8DDFC9"/>
                </a:solidFill>
                <a:latin typeface="Arial"/>
                <a:ea typeface="Arial"/>
                <a:cs typeface="Arial"/>
              </a:defRPr>
            </a:lvl9pPr>
          </a:lstStyle>
          <a:p xmlns:a="http://schemas.openxmlformats.org/drawingml/2006/main">
            <a:pPr>
              <a:defRPr sz="2025" b="1">
                <a:solidFill>
                  <a:srgbClr val="8DDFC9"/>
                </a:solidFill>
                <a:latin typeface="Arial"/>
                <a:ea typeface="Arial"/>
                <a:cs typeface="Arial"/>
              </a:defRPr>
            </a:pPr>
            <a:r>
              <a:rPr sz="2025" b="1">
                <a:solidFill>
                  <a:srgbClr val="8DDFC9"/>
                </a:solidFill>
                <a:latin typeface="Arial"/>
                <a:ea typeface="Arial"/>
                <a:cs typeface="Arial"/>
              </a:rPr>
              <a:t>Candidate with occlusion</a:t>
            </a:r>
          </a:p>
        </p:txBody>
      </p:sp>
      <p:sp>
        <p:nvSpPr>
          <p:cNvPr id="7" name="">
            <a:extLst xmlns:a="http://schemas.openxmlformats.org/drawingml/2006/main">
              <a:ext uri="{FF2B5EF4-FFF2-40B4-BE49-F238E27FC236}">
                <a16:creationId xmlns:a16="http://schemas.microsoft.com/office/drawing/2014/main" id="{BB770971-A86A-420B-8093-4D3D445D8667}"/>
              </a:ext>
            </a:extLst>
          </p:cNvPr>
          <p:cNvSpPr>
            <a:spLocks xmlns:a="http://schemas.openxmlformats.org/drawingml/2006/main" noGrp="1"/>
          </p:cNvSpPr>
          <p:nvPr/>
        </p:nvSpPr>
        <p:spPr>
          <a:xfrm xmlns:a="http://schemas.openxmlformats.org/drawingml/2006/main">
            <a:off x="609600" y="5638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6EBF2"/>
                </a:solidFill>
                <a:latin typeface="Arial"/>
                <a:ea typeface="Arial"/>
                <a:cs typeface="Arial"/>
              </a:defRPr>
            </a:defPPr>
            <a:lvl1pPr>
              <a:defRPr sz="1950" b="0">
                <a:solidFill>
                  <a:srgbClr val="E6EBF2"/>
                </a:solidFill>
                <a:latin typeface="Arial"/>
                <a:ea typeface="Arial"/>
                <a:cs typeface="Arial"/>
              </a:defRPr>
            </a:lvl1pPr>
            <a:lvl2pPr>
              <a:defRPr sz="1950" b="0">
                <a:solidFill>
                  <a:srgbClr val="E6EBF2"/>
                </a:solidFill>
                <a:latin typeface="Arial"/>
                <a:ea typeface="Arial"/>
                <a:cs typeface="Arial"/>
              </a:defRPr>
            </a:lvl2pPr>
            <a:lvl3pPr>
              <a:defRPr sz="1950" b="0">
                <a:solidFill>
                  <a:srgbClr val="E6EBF2"/>
                </a:solidFill>
                <a:latin typeface="Arial"/>
                <a:ea typeface="Arial"/>
                <a:cs typeface="Arial"/>
              </a:defRPr>
            </a:lvl3pPr>
            <a:lvl4pPr>
              <a:defRPr sz="1950" b="0">
                <a:solidFill>
                  <a:srgbClr val="E6EBF2"/>
                </a:solidFill>
                <a:latin typeface="Arial"/>
                <a:ea typeface="Arial"/>
                <a:cs typeface="Arial"/>
              </a:defRPr>
            </a:lvl4pPr>
            <a:lvl5pPr>
              <a:defRPr sz="1950" b="0">
                <a:solidFill>
                  <a:srgbClr val="E6EBF2"/>
                </a:solidFill>
                <a:latin typeface="Arial"/>
                <a:ea typeface="Arial"/>
                <a:cs typeface="Arial"/>
              </a:defRPr>
            </a:lvl5pPr>
            <a:lvl6pPr>
              <a:defRPr sz="1950" b="0">
                <a:solidFill>
                  <a:srgbClr val="E6EBF2"/>
                </a:solidFill>
                <a:latin typeface="Arial"/>
                <a:ea typeface="Arial"/>
                <a:cs typeface="Arial"/>
              </a:defRPr>
            </a:lvl6pPr>
            <a:lvl7pPr>
              <a:defRPr sz="1950" b="0">
                <a:solidFill>
                  <a:srgbClr val="E6EBF2"/>
                </a:solidFill>
                <a:latin typeface="Arial"/>
                <a:ea typeface="Arial"/>
                <a:cs typeface="Arial"/>
              </a:defRPr>
            </a:lvl7pPr>
            <a:lvl8pPr>
              <a:defRPr sz="1950" b="0">
                <a:solidFill>
                  <a:srgbClr val="E6EBF2"/>
                </a:solidFill>
                <a:latin typeface="Arial"/>
                <a:ea typeface="Arial"/>
                <a:cs typeface="Arial"/>
              </a:defRPr>
            </a:lvl8pPr>
            <a:lvl9pPr>
              <a:defRPr sz="1950" b="0">
                <a:solidFill>
                  <a:srgbClr val="E6EBF2"/>
                </a:solidFill>
                <a:latin typeface="Arial"/>
                <a:ea typeface="Arial"/>
                <a:cs typeface="Arial"/>
              </a:defRPr>
            </a:lvl9pPr>
          </a:lstStyle>
          <a:p xmlns:a="http://schemas.openxmlformats.org/drawingml/2006/main">
            <a:pPr>
              <a:defRPr sz="1950" b="0">
                <a:solidFill>
                  <a:srgbClr val="E6EBF2"/>
                </a:solidFill>
                <a:latin typeface="Arial"/>
                <a:ea typeface="Arial"/>
                <a:cs typeface="Arial"/>
              </a:defRPr>
            </a:pPr>
            <a:r>
              <a:rPr sz="1950" b="0">
                <a:solidFill>
                  <a:srgbClr val="E6EBF2"/>
                </a:solidFill>
                <a:latin typeface="Arial"/>
                <a:ea typeface="Arial"/>
                <a:cs typeface="Arial"/>
              </a:rPr>
              <a:t>A reviewer records what is visible and what remains unverifiable</a:t>
            </a:r>
          </a:p>
        </p:txBody>
      </p:sp>
    </p:spTree>
    <p:extLst>
      <p:ext uri="{BB962C8B-B14F-4D97-AF65-F5344CB8AC3E}">
        <p14:creationId xmlns:p14="http://schemas.microsoft.com/office/powerpoint/2010/main" val="1099787061"/>
      </p:ext>
    </p:extLst>
  </p:cSld>
</p:sld>
</file>

<file path=ppt/slides/slide4.xml><?xml version="1.0" encoding="utf-8"?>
<p:sld xmlns:p="http://schemas.openxmlformats.org/presentationml/2006/main">
  <p:cSld>
    <p:bg>
      <p:bgPr>
        <a:solidFill xmlns:a="http://schemas.openxmlformats.org/drawingml/2006/main">
          <a:srgbClr val="0D142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80E9C92-2EB5-48F8-AD48-099505D62B79}"/>
              </a:ext>
            </a:extLst>
          </p:cNvPr>
          <p:cNvSpPr>
            <a:spLocks xmlns:a="http://schemas.openxmlformats.org/drawingml/2006/main" noGrp="1"/>
          </p:cNvSpPr>
          <p:nvPr/>
        </p:nvSpPr>
        <p:spPr>
          <a:xfrm xmlns:a="http://schemas.openxmlformats.org/drawingml/2006/main">
            <a:off x="609600" y="5905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6EBF2"/>
                </a:solidFill>
                <a:latin typeface="Arial"/>
                <a:ea typeface="Arial"/>
                <a:cs typeface="Arial"/>
              </a:defRPr>
            </a:defPPr>
            <a:lvl1pPr>
              <a:defRPr sz="3600" b="1">
                <a:solidFill>
                  <a:srgbClr val="E6EBF2"/>
                </a:solidFill>
                <a:latin typeface="Arial"/>
                <a:ea typeface="Arial"/>
                <a:cs typeface="Arial"/>
              </a:defRPr>
            </a:lvl1pPr>
            <a:lvl2pPr>
              <a:defRPr sz="3600" b="1">
                <a:solidFill>
                  <a:srgbClr val="E6EBF2"/>
                </a:solidFill>
                <a:latin typeface="Arial"/>
                <a:ea typeface="Arial"/>
                <a:cs typeface="Arial"/>
              </a:defRPr>
            </a:lvl2pPr>
            <a:lvl3pPr>
              <a:defRPr sz="3600" b="1">
                <a:solidFill>
                  <a:srgbClr val="E6EBF2"/>
                </a:solidFill>
                <a:latin typeface="Arial"/>
                <a:ea typeface="Arial"/>
                <a:cs typeface="Arial"/>
              </a:defRPr>
            </a:lvl3pPr>
            <a:lvl4pPr>
              <a:defRPr sz="3600" b="1">
                <a:solidFill>
                  <a:srgbClr val="E6EBF2"/>
                </a:solidFill>
                <a:latin typeface="Arial"/>
                <a:ea typeface="Arial"/>
                <a:cs typeface="Arial"/>
              </a:defRPr>
            </a:lvl4pPr>
            <a:lvl5pPr>
              <a:defRPr sz="3600" b="1">
                <a:solidFill>
                  <a:srgbClr val="E6EBF2"/>
                </a:solidFill>
                <a:latin typeface="Arial"/>
                <a:ea typeface="Arial"/>
                <a:cs typeface="Arial"/>
              </a:defRPr>
            </a:lvl5pPr>
            <a:lvl6pPr>
              <a:defRPr sz="3600" b="1">
                <a:solidFill>
                  <a:srgbClr val="E6EBF2"/>
                </a:solidFill>
                <a:latin typeface="Arial"/>
                <a:ea typeface="Arial"/>
                <a:cs typeface="Arial"/>
              </a:defRPr>
            </a:lvl6pPr>
            <a:lvl7pPr>
              <a:defRPr sz="3600" b="1">
                <a:solidFill>
                  <a:srgbClr val="E6EBF2"/>
                </a:solidFill>
                <a:latin typeface="Arial"/>
                <a:ea typeface="Arial"/>
                <a:cs typeface="Arial"/>
              </a:defRPr>
            </a:lvl7pPr>
            <a:lvl8pPr>
              <a:defRPr sz="3600" b="1">
                <a:solidFill>
                  <a:srgbClr val="E6EBF2"/>
                </a:solidFill>
                <a:latin typeface="Arial"/>
                <a:ea typeface="Arial"/>
                <a:cs typeface="Arial"/>
              </a:defRPr>
            </a:lvl8pPr>
            <a:lvl9pPr>
              <a:defRPr sz="3600" b="1">
                <a:solidFill>
                  <a:srgbClr val="E6EBF2"/>
                </a:solidFill>
                <a:latin typeface="Arial"/>
                <a:ea typeface="Arial"/>
                <a:cs typeface="Arial"/>
              </a:defRPr>
            </a:lvl9pPr>
          </a:lstStyle>
          <a:p xmlns:a="http://schemas.openxmlformats.org/drawingml/2006/main">
            <a:pPr>
              <a:defRPr sz="3600" b="1">
                <a:solidFill>
                  <a:srgbClr val="E6EBF2"/>
                </a:solidFill>
                <a:latin typeface="Arial"/>
                <a:ea typeface="Arial"/>
                <a:cs typeface="Arial"/>
              </a:defRPr>
            </a:pPr>
            <a:r>
              <a:rPr sz="3600" b="1">
                <a:solidFill>
                  <a:srgbClr val="E6EBF2"/>
                </a:solidFill>
                <a:latin typeface="Arial"/>
                <a:ea typeface="Arial"/>
                <a:cs typeface="Arial"/>
              </a:rPr>
              <a:t>The paired-image workflow</a:t>
            </a:r>
          </a:p>
        </p:txBody>
      </p:sp>
      <p:sp>
        <p:nvSpPr>
          <p:cNvPr id="2" name="">
            <a:extLst xmlns:a="http://schemas.openxmlformats.org/drawingml/2006/main">
              <a:ext uri="{FF2B5EF4-FFF2-40B4-BE49-F238E27FC236}">
                <a16:creationId xmlns:a16="http://schemas.microsoft.com/office/drawing/2014/main" id="{D4B2C43D-D03F-4B72-B082-5783A2152E72}"/>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2BDCC"/>
                </a:solidFill>
                <a:latin typeface="Arial"/>
                <a:ea typeface="Arial"/>
                <a:cs typeface="Arial"/>
              </a:defRPr>
            </a:defPPr>
            <a:lvl1pPr>
              <a:defRPr sz="1350" b="0">
                <a:solidFill>
                  <a:srgbClr val="B2BDCC"/>
                </a:solidFill>
                <a:latin typeface="Arial"/>
                <a:ea typeface="Arial"/>
                <a:cs typeface="Arial"/>
              </a:defRPr>
            </a:lvl1pPr>
            <a:lvl2pPr>
              <a:defRPr sz="1350" b="0">
                <a:solidFill>
                  <a:srgbClr val="B2BDCC"/>
                </a:solidFill>
                <a:latin typeface="Arial"/>
                <a:ea typeface="Arial"/>
                <a:cs typeface="Arial"/>
              </a:defRPr>
            </a:lvl2pPr>
            <a:lvl3pPr>
              <a:defRPr sz="1350" b="0">
                <a:solidFill>
                  <a:srgbClr val="B2BDCC"/>
                </a:solidFill>
                <a:latin typeface="Arial"/>
                <a:ea typeface="Arial"/>
                <a:cs typeface="Arial"/>
              </a:defRPr>
            </a:lvl3pPr>
            <a:lvl4pPr>
              <a:defRPr sz="1350" b="0">
                <a:solidFill>
                  <a:srgbClr val="B2BDCC"/>
                </a:solidFill>
                <a:latin typeface="Arial"/>
                <a:ea typeface="Arial"/>
                <a:cs typeface="Arial"/>
              </a:defRPr>
            </a:lvl4pPr>
            <a:lvl5pPr>
              <a:defRPr sz="1350" b="0">
                <a:solidFill>
                  <a:srgbClr val="B2BDCC"/>
                </a:solidFill>
                <a:latin typeface="Arial"/>
                <a:ea typeface="Arial"/>
                <a:cs typeface="Arial"/>
              </a:defRPr>
            </a:lvl5pPr>
            <a:lvl6pPr>
              <a:defRPr sz="1350" b="0">
                <a:solidFill>
                  <a:srgbClr val="B2BDCC"/>
                </a:solidFill>
                <a:latin typeface="Arial"/>
                <a:ea typeface="Arial"/>
                <a:cs typeface="Arial"/>
              </a:defRPr>
            </a:lvl6pPr>
            <a:lvl7pPr>
              <a:defRPr sz="1350" b="0">
                <a:solidFill>
                  <a:srgbClr val="B2BDCC"/>
                </a:solidFill>
                <a:latin typeface="Arial"/>
                <a:ea typeface="Arial"/>
                <a:cs typeface="Arial"/>
              </a:defRPr>
            </a:lvl7pPr>
            <a:lvl8pPr>
              <a:defRPr sz="1350" b="0">
                <a:solidFill>
                  <a:srgbClr val="B2BDCC"/>
                </a:solidFill>
                <a:latin typeface="Arial"/>
                <a:ea typeface="Arial"/>
                <a:cs typeface="Arial"/>
              </a:defRPr>
            </a:lvl8pPr>
            <a:lvl9pPr>
              <a:defRPr sz="1350" b="0">
                <a:solidFill>
                  <a:srgbClr val="B2BDCC"/>
                </a:solidFill>
                <a:latin typeface="Arial"/>
                <a:ea typeface="Arial"/>
                <a:cs typeface="Arial"/>
              </a:defRPr>
            </a:lvl9pPr>
          </a:lstStyle>
          <a:p xmlns:a="http://schemas.openxmlformats.org/drawingml/2006/main">
            <a:pPr>
              <a:defRPr sz="1350" b="0">
                <a:solidFill>
                  <a:srgbClr val="B2BDCC"/>
                </a:solidFill>
                <a:latin typeface="Arial"/>
                <a:ea typeface="Arial"/>
                <a:cs typeface="Arial"/>
              </a:defRPr>
            </a:pPr>
            <a:r>
              <a:rPr sz="1350" b="0">
                <a:solidFill>
                  <a:srgbClr val="B2BDCC"/>
                </a:solidFill>
                <a:latin typeface="Arial"/>
                <a:ea typeface="Arial"/>
                <a:cs typeface="Arial"/>
              </a:rPr>
              <a:t>ShotProof     4/5</a:t>
            </a:r>
          </a:p>
        </p:txBody>
      </p:sp>
      <p:sp>
        <p:nvSpPr>
          <p:cNvPr id="3" name="">
            <a:extLst xmlns:a="http://schemas.openxmlformats.org/drawingml/2006/main">
              <a:ext uri="{FF2B5EF4-FFF2-40B4-BE49-F238E27FC236}">
                <a16:creationId xmlns:a16="http://schemas.microsoft.com/office/drawing/2014/main" id="{508EF1FC-5E33-4734-8512-9548017C77F6}"/>
              </a:ext>
            </a:extLst>
          </p:cNvPr>
          <p:cNvSpPr>
            <a:spLocks xmlns:a="http://schemas.openxmlformats.org/drawingml/2006/main" noGrp="1"/>
          </p:cNvSpPr>
          <p:nvPr/>
        </p:nvSpPr>
        <p:spPr>
          <a:xfrm xmlns:a="http://schemas.openxmlformats.org/drawingml/2006/main">
            <a:off x="609600" y="1857375"/>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8DDFC9"/>
                </a:solidFill>
                <a:latin typeface="Arial"/>
                <a:ea typeface="Arial"/>
                <a:cs typeface="Arial"/>
              </a:defRPr>
            </a:defPPr>
            <a:lvl1pPr>
              <a:defRPr sz="2550" b="1">
                <a:solidFill>
                  <a:srgbClr val="8DDFC9"/>
                </a:solidFill>
                <a:latin typeface="Arial"/>
                <a:ea typeface="Arial"/>
                <a:cs typeface="Arial"/>
              </a:defRPr>
            </a:lvl1pPr>
            <a:lvl2pPr>
              <a:defRPr sz="2550" b="1">
                <a:solidFill>
                  <a:srgbClr val="8DDFC9"/>
                </a:solidFill>
                <a:latin typeface="Arial"/>
                <a:ea typeface="Arial"/>
                <a:cs typeface="Arial"/>
              </a:defRPr>
            </a:lvl2pPr>
            <a:lvl3pPr>
              <a:defRPr sz="2550" b="1">
                <a:solidFill>
                  <a:srgbClr val="8DDFC9"/>
                </a:solidFill>
                <a:latin typeface="Arial"/>
                <a:ea typeface="Arial"/>
                <a:cs typeface="Arial"/>
              </a:defRPr>
            </a:lvl3pPr>
            <a:lvl4pPr>
              <a:defRPr sz="2550" b="1">
                <a:solidFill>
                  <a:srgbClr val="8DDFC9"/>
                </a:solidFill>
                <a:latin typeface="Arial"/>
                <a:ea typeface="Arial"/>
                <a:cs typeface="Arial"/>
              </a:defRPr>
            </a:lvl4pPr>
            <a:lvl5pPr>
              <a:defRPr sz="2550" b="1">
                <a:solidFill>
                  <a:srgbClr val="8DDFC9"/>
                </a:solidFill>
                <a:latin typeface="Arial"/>
                <a:ea typeface="Arial"/>
                <a:cs typeface="Arial"/>
              </a:defRPr>
            </a:lvl5pPr>
            <a:lvl6pPr>
              <a:defRPr sz="2550" b="1">
                <a:solidFill>
                  <a:srgbClr val="8DDFC9"/>
                </a:solidFill>
                <a:latin typeface="Arial"/>
                <a:ea typeface="Arial"/>
                <a:cs typeface="Arial"/>
              </a:defRPr>
            </a:lvl6pPr>
            <a:lvl7pPr>
              <a:defRPr sz="2550" b="1">
                <a:solidFill>
                  <a:srgbClr val="8DDFC9"/>
                </a:solidFill>
                <a:latin typeface="Arial"/>
                <a:ea typeface="Arial"/>
                <a:cs typeface="Arial"/>
              </a:defRPr>
            </a:lvl7pPr>
            <a:lvl8pPr>
              <a:defRPr sz="2550" b="1">
                <a:solidFill>
                  <a:srgbClr val="8DDFC9"/>
                </a:solidFill>
                <a:latin typeface="Arial"/>
                <a:ea typeface="Arial"/>
                <a:cs typeface="Arial"/>
              </a:defRPr>
            </a:lvl8pPr>
            <a:lvl9pPr>
              <a:defRPr sz="2550" b="1">
                <a:solidFill>
                  <a:srgbClr val="8DDFC9"/>
                </a:solidFill>
                <a:latin typeface="Arial"/>
                <a:ea typeface="Arial"/>
                <a:cs typeface="Arial"/>
              </a:defRPr>
            </a:lvl9pPr>
          </a:lstStyle>
          <a:p xmlns:a="http://schemas.openxmlformats.org/drawingml/2006/main">
            <a:pPr>
              <a:defRPr sz="2550" b="1">
                <a:solidFill>
                  <a:srgbClr val="8DDFC9"/>
                </a:solidFill>
                <a:latin typeface="Arial"/>
                <a:ea typeface="Arial"/>
                <a:cs typeface="Arial"/>
              </a:defRPr>
            </a:pPr>
            <a:r>
              <a:rPr sz="2550" b="1">
                <a:solidFill>
                  <a:srgbClr val="8DDFC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B2FAD6A-AC5D-48C9-9A8E-ABFE686EF48A}"/>
              </a:ext>
            </a:extLst>
          </p:cNvPr>
          <p:cNvSpPr>
            <a:spLocks xmlns:a="http://schemas.openxmlformats.org/drawingml/2006/main" noGrp="1"/>
          </p:cNvSpPr>
          <p:nvPr/>
        </p:nvSpPr>
        <p:spPr>
          <a:xfrm xmlns:a="http://schemas.openxmlformats.org/drawingml/2006/main">
            <a:off x="1571625" y="1857375"/>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E6EBF2"/>
                </a:solidFill>
                <a:latin typeface="Arial"/>
                <a:ea typeface="Arial"/>
                <a:cs typeface="Arial"/>
              </a:defRPr>
            </a:defPPr>
            <a:lvl1pPr>
              <a:defRPr sz="2325" b="1">
                <a:solidFill>
                  <a:srgbClr val="E6EBF2"/>
                </a:solidFill>
                <a:latin typeface="Arial"/>
                <a:ea typeface="Arial"/>
                <a:cs typeface="Arial"/>
              </a:defRPr>
            </a:lvl1pPr>
            <a:lvl2pPr>
              <a:defRPr sz="2325" b="1">
                <a:solidFill>
                  <a:srgbClr val="E6EBF2"/>
                </a:solidFill>
                <a:latin typeface="Arial"/>
                <a:ea typeface="Arial"/>
                <a:cs typeface="Arial"/>
              </a:defRPr>
            </a:lvl2pPr>
            <a:lvl3pPr>
              <a:defRPr sz="2325" b="1">
                <a:solidFill>
                  <a:srgbClr val="E6EBF2"/>
                </a:solidFill>
                <a:latin typeface="Arial"/>
                <a:ea typeface="Arial"/>
                <a:cs typeface="Arial"/>
              </a:defRPr>
            </a:lvl3pPr>
            <a:lvl4pPr>
              <a:defRPr sz="2325" b="1">
                <a:solidFill>
                  <a:srgbClr val="E6EBF2"/>
                </a:solidFill>
                <a:latin typeface="Arial"/>
                <a:ea typeface="Arial"/>
                <a:cs typeface="Arial"/>
              </a:defRPr>
            </a:lvl4pPr>
            <a:lvl5pPr>
              <a:defRPr sz="2325" b="1">
                <a:solidFill>
                  <a:srgbClr val="E6EBF2"/>
                </a:solidFill>
                <a:latin typeface="Arial"/>
                <a:ea typeface="Arial"/>
                <a:cs typeface="Arial"/>
              </a:defRPr>
            </a:lvl5pPr>
            <a:lvl6pPr>
              <a:defRPr sz="2325" b="1">
                <a:solidFill>
                  <a:srgbClr val="E6EBF2"/>
                </a:solidFill>
                <a:latin typeface="Arial"/>
                <a:ea typeface="Arial"/>
                <a:cs typeface="Arial"/>
              </a:defRPr>
            </a:lvl6pPr>
            <a:lvl7pPr>
              <a:defRPr sz="2325" b="1">
                <a:solidFill>
                  <a:srgbClr val="E6EBF2"/>
                </a:solidFill>
                <a:latin typeface="Arial"/>
                <a:ea typeface="Arial"/>
                <a:cs typeface="Arial"/>
              </a:defRPr>
            </a:lvl7pPr>
            <a:lvl8pPr>
              <a:defRPr sz="2325" b="1">
                <a:solidFill>
                  <a:srgbClr val="E6EBF2"/>
                </a:solidFill>
                <a:latin typeface="Arial"/>
                <a:ea typeface="Arial"/>
                <a:cs typeface="Arial"/>
              </a:defRPr>
            </a:lvl8pPr>
            <a:lvl9pPr>
              <a:defRPr sz="2325" b="1">
                <a:solidFill>
                  <a:srgbClr val="E6EBF2"/>
                </a:solidFill>
                <a:latin typeface="Arial"/>
                <a:ea typeface="Arial"/>
                <a:cs typeface="Arial"/>
              </a:defRPr>
            </a:lvl9pPr>
          </a:lstStyle>
          <a:p xmlns:a="http://schemas.openxmlformats.org/drawingml/2006/main">
            <a:pPr>
              <a:defRPr sz="2325" b="1">
                <a:solidFill>
                  <a:srgbClr val="E6EBF2"/>
                </a:solidFill>
                <a:latin typeface="Arial"/>
                <a:ea typeface="Arial"/>
                <a:cs typeface="Arial"/>
              </a:defRPr>
            </a:pPr>
            <a:r>
              <a:rPr sz="2325" b="1">
                <a:solidFill>
                  <a:srgbClr val="E6EBF2"/>
                </a:solidFill>
                <a:latin typeface="Arial"/>
                <a:ea typeface="Arial"/>
                <a:cs typeface="Arial"/>
              </a:rPr>
              <a:t>Two images</a:t>
            </a:r>
          </a:p>
        </p:txBody>
      </p:sp>
      <p:sp>
        <p:nvSpPr>
          <p:cNvPr id="5" name="">
            <a:extLst xmlns:a="http://schemas.openxmlformats.org/drawingml/2006/main">
              <a:ext uri="{FF2B5EF4-FFF2-40B4-BE49-F238E27FC236}">
                <a16:creationId xmlns:a16="http://schemas.microsoft.com/office/drawing/2014/main" id="{96C1E56F-296C-4785-BDC9-F9CD6186146B}"/>
              </a:ext>
            </a:extLst>
          </p:cNvPr>
          <p:cNvSpPr>
            <a:spLocks xmlns:a="http://schemas.openxmlformats.org/drawingml/2006/main" noGrp="1"/>
          </p:cNvSpPr>
          <p:nvPr/>
        </p:nvSpPr>
        <p:spPr>
          <a:xfrm xmlns:a="http://schemas.openxmlformats.org/drawingml/2006/main">
            <a:off x="5238750" y="1857375"/>
            <a:ext cx="6238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6EBF2"/>
                </a:solidFill>
                <a:latin typeface="Arial"/>
                <a:ea typeface="Arial"/>
                <a:cs typeface="Arial"/>
              </a:defRPr>
            </a:defPPr>
            <a:lvl1pPr>
              <a:defRPr sz="2025" b="0">
                <a:solidFill>
                  <a:srgbClr val="E6EBF2"/>
                </a:solidFill>
                <a:latin typeface="Arial"/>
                <a:ea typeface="Arial"/>
                <a:cs typeface="Arial"/>
              </a:defRPr>
            </a:lvl1pPr>
            <a:lvl2pPr>
              <a:defRPr sz="2025" b="0">
                <a:solidFill>
                  <a:srgbClr val="E6EBF2"/>
                </a:solidFill>
                <a:latin typeface="Arial"/>
                <a:ea typeface="Arial"/>
                <a:cs typeface="Arial"/>
              </a:defRPr>
            </a:lvl2pPr>
            <a:lvl3pPr>
              <a:defRPr sz="2025" b="0">
                <a:solidFill>
                  <a:srgbClr val="E6EBF2"/>
                </a:solidFill>
                <a:latin typeface="Arial"/>
                <a:ea typeface="Arial"/>
                <a:cs typeface="Arial"/>
              </a:defRPr>
            </a:lvl3pPr>
            <a:lvl4pPr>
              <a:defRPr sz="2025" b="0">
                <a:solidFill>
                  <a:srgbClr val="E6EBF2"/>
                </a:solidFill>
                <a:latin typeface="Arial"/>
                <a:ea typeface="Arial"/>
                <a:cs typeface="Arial"/>
              </a:defRPr>
            </a:lvl4pPr>
            <a:lvl5pPr>
              <a:defRPr sz="2025" b="0">
                <a:solidFill>
                  <a:srgbClr val="E6EBF2"/>
                </a:solidFill>
                <a:latin typeface="Arial"/>
                <a:ea typeface="Arial"/>
                <a:cs typeface="Arial"/>
              </a:defRPr>
            </a:lvl5pPr>
            <a:lvl6pPr>
              <a:defRPr sz="2025" b="0">
                <a:solidFill>
                  <a:srgbClr val="E6EBF2"/>
                </a:solidFill>
                <a:latin typeface="Arial"/>
                <a:ea typeface="Arial"/>
                <a:cs typeface="Arial"/>
              </a:defRPr>
            </a:lvl6pPr>
            <a:lvl7pPr>
              <a:defRPr sz="2025" b="0">
                <a:solidFill>
                  <a:srgbClr val="E6EBF2"/>
                </a:solidFill>
                <a:latin typeface="Arial"/>
                <a:ea typeface="Arial"/>
                <a:cs typeface="Arial"/>
              </a:defRPr>
            </a:lvl7pPr>
            <a:lvl8pPr>
              <a:defRPr sz="2025" b="0">
                <a:solidFill>
                  <a:srgbClr val="E6EBF2"/>
                </a:solidFill>
                <a:latin typeface="Arial"/>
                <a:ea typeface="Arial"/>
                <a:cs typeface="Arial"/>
              </a:defRPr>
            </a:lvl8pPr>
            <a:lvl9pPr>
              <a:defRPr sz="2025" b="0">
                <a:solidFill>
                  <a:srgbClr val="E6EBF2"/>
                </a:solidFill>
                <a:latin typeface="Arial"/>
                <a:ea typeface="Arial"/>
                <a:cs typeface="Arial"/>
              </a:defRPr>
            </a:lvl9pPr>
          </a:lstStyle>
          <a:p xmlns:a="http://schemas.openxmlformats.org/drawingml/2006/main">
            <a:pPr>
              <a:defRPr sz="2025" b="0">
                <a:solidFill>
                  <a:srgbClr val="E6EBF2"/>
                </a:solidFill>
                <a:latin typeface="Arial"/>
                <a:ea typeface="Arial"/>
                <a:cs typeface="Arial"/>
              </a:defRPr>
            </a:pPr>
            <a:r>
              <a:rPr sz="2025" b="0">
                <a:solidFill>
                  <a:srgbClr val="E6EBF2"/>
                </a:solidFill>
                <a:latin typeface="Arial"/>
                <a:ea typeface="Arial"/>
                <a:cs typeface="Arial"/>
              </a:rPr>
              <a:t>The gateway sends the reference and candidate pixels together.</a:t>
            </a:r>
          </a:p>
        </p:txBody>
      </p:sp>
      <p:sp>
        <p:nvSpPr>
          <p:cNvPr id="6" name="">
            <a:extLst xmlns:a="http://schemas.openxmlformats.org/drawingml/2006/main">
              <a:ext uri="{FF2B5EF4-FFF2-40B4-BE49-F238E27FC236}">
                <a16:creationId xmlns:a16="http://schemas.microsoft.com/office/drawing/2014/main" id="{E1821356-B232-48E5-9A0B-5186172A95F7}"/>
              </a:ext>
            </a:extLst>
          </p:cNvPr>
          <p:cNvSpPr>
            <a:spLocks xmlns:a="http://schemas.openxmlformats.org/drawingml/2006/main" noGrp="1"/>
          </p:cNvSpPr>
          <p:nvPr/>
        </p:nvSpPr>
        <p:spPr>
          <a:xfrm xmlns:a="http://schemas.openxmlformats.org/drawingml/2006/main">
            <a:off x="609600" y="285750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8DDFC9"/>
                </a:solidFill>
                <a:latin typeface="Arial"/>
                <a:ea typeface="Arial"/>
                <a:cs typeface="Arial"/>
              </a:defRPr>
            </a:defPPr>
            <a:lvl1pPr>
              <a:defRPr sz="2550" b="1">
                <a:solidFill>
                  <a:srgbClr val="8DDFC9"/>
                </a:solidFill>
                <a:latin typeface="Arial"/>
                <a:ea typeface="Arial"/>
                <a:cs typeface="Arial"/>
              </a:defRPr>
            </a:lvl1pPr>
            <a:lvl2pPr>
              <a:defRPr sz="2550" b="1">
                <a:solidFill>
                  <a:srgbClr val="8DDFC9"/>
                </a:solidFill>
                <a:latin typeface="Arial"/>
                <a:ea typeface="Arial"/>
                <a:cs typeface="Arial"/>
              </a:defRPr>
            </a:lvl2pPr>
            <a:lvl3pPr>
              <a:defRPr sz="2550" b="1">
                <a:solidFill>
                  <a:srgbClr val="8DDFC9"/>
                </a:solidFill>
                <a:latin typeface="Arial"/>
                <a:ea typeface="Arial"/>
                <a:cs typeface="Arial"/>
              </a:defRPr>
            </a:lvl3pPr>
            <a:lvl4pPr>
              <a:defRPr sz="2550" b="1">
                <a:solidFill>
                  <a:srgbClr val="8DDFC9"/>
                </a:solidFill>
                <a:latin typeface="Arial"/>
                <a:ea typeface="Arial"/>
                <a:cs typeface="Arial"/>
              </a:defRPr>
            </a:lvl4pPr>
            <a:lvl5pPr>
              <a:defRPr sz="2550" b="1">
                <a:solidFill>
                  <a:srgbClr val="8DDFC9"/>
                </a:solidFill>
                <a:latin typeface="Arial"/>
                <a:ea typeface="Arial"/>
                <a:cs typeface="Arial"/>
              </a:defRPr>
            </a:lvl5pPr>
            <a:lvl6pPr>
              <a:defRPr sz="2550" b="1">
                <a:solidFill>
                  <a:srgbClr val="8DDFC9"/>
                </a:solidFill>
                <a:latin typeface="Arial"/>
                <a:ea typeface="Arial"/>
                <a:cs typeface="Arial"/>
              </a:defRPr>
            </a:lvl6pPr>
            <a:lvl7pPr>
              <a:defRPr sz="2550" b="1">
                <a:solidFill>
                  <a:srgbClr val="8DDFC9"/>
                </a:solidFill>
                <a:latin typeface="Arial"/>
                <a:ea typeface="Arial"/>
                <a:cs typeface="Arial"/>
              </a:defRPr>
            </a:lvl7pPr>
            <a:lvl8pPr>
              <a:defRPr sz="2550" b="1">
                <a:solidFill>
                  <a:srgbClr val="8DDFC9"/>
                </a:solidFill>
                <a:latin typeface="Arial"/>
                <a:ea typeface="Arial"/>
                <a:cs typeface="Arial"/>
              </a:defRPr>
            </a:lvl8pPr>
            <a:lvl9pPr>
              <a:defRPr sz="2550" b="1">
                <a:solidFill>
                  <a:srgbClr val="8DDFC9"/>
                </a:solidFill>
                <a:latin typeface="Arial"/>
                <a:ea typeface="Arial"/>
                <a:cs typeface="Arial"/>
              </a:defRPr>
            </a:lvl9pPr>
          </a:lstStyle>
          <a:p xmlns:a="http://schemas.openxmlformats.org/drawingml/2006/main">
            <a:pPr>
              <a:defRPr sz="2550" b="1">
                <a:solidFill>
                  <a:srgbClr val="8DDFC9"/>
                </a:solidFill>
                <a:latin typeface="Arial"/>
                <a:ea typeface="Arial"/>
                <a:cs typeface="Arial"/>
              </a:defRPr>
            </a:pPr>
            <a:r>
              <a:rPr sz="2550" b="1">
                <a:solidFill>
                  <a:srgbClr val="8DDFC9"/>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75F69A1-5A70-4EDF-A4A9-D0202F756CF5}"/>
              </a:ext>
            </a:extLst>
          </p:cNvPr>
          <p:cNvSpPr>
            <a:spLocks xmlns:a="http://schemas.openxmlformats.org/drawingml/2006/main" noGrp="1"/>
          </p:cNvSpPr>
          <p:nvPr/>
        </p:nvSpPr>
        <p:spPr>
          <a:xfrm xmlns:a="http://schemas.openxmlformats.org/drawingml/2006/main">
            <a:off x="1571625" y="2857500"/>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E6EBF2"/>
                </a:solidFill>
                <a:latin typeface="Arial"/>
                <a:ea typeface="Arial"/>
                <a:cs typeface="Arial"/>
              </a:defRPr>
            </a:defPPr>
            <a:lvl1pPr>
              <a:defRPr sz="2325" b="1">
                <a:solidFill>
                  <a:srgbClr val="E6EBF2"/>
                </a:solidFill>
                <a:latin typeface="Arial"/>
                <a:ea typeface="Arial"/>
                <a:cs typeface="Arial"/>
              </a:defRPr>
            </a:lvl1pPr>
            <a:lvl2pPr>
              <a:defRPr sz="2325" b="1">
                <a:solidFill>
                  <a:srgbClr val="E6EBF2"/>
                </a:solidFill>
                <a:latin typeface="Arial"/>
                <a:ea typeface="Arial"/>
                <a:cs typeface="Arial"/>
              </a:defRPr>
            </a:lvl2pPr>
            <a:lvl3pPr>
              <a:defRPr sz="2325" b="1">
                <a:solidFill>
                  <a:srgbClr val="E6EBF2"/>
                </a:solidFill>
                <a:latin typeface="Arial"/>
                <a:ea typeface="Arial"/>
                <a:cs typeface="Arial"/>
              </a:defRPr>
            </a:lvl3pPr>
            <a:lvl4pPr>
              <a:defRPr sz="2325" b="1">
                <a:solidFill>
                  <a:srgbClr val="E6EBF2"/>
                </a:solidFill>
                <a:latin typeface="Arial"/>
                <a:ea typeface="Arial"/>
                <a:cs typeface="Arial"/>
              </a:defRPr>
            </a:lvl4pPr>
            <a:lvl5pPr>
              <a:defRPr sz="2325" b="1">
                <a:solidFill>
                  <a:srgbClr val="E6EBF2"/>
                </a:solidFill>
                <a:latin typeface="Arial"/>
                <a:ea typeface="Arial"/>
                <a:cs typeface="Arial"/>
              </a:defRPr>
            </a:lvl5pPr>
            <a:lvl6pPr>
              <a:defRPr sz="2325" b="1">
                <a:solidFill>
                  <a:srgbClr val="E6EBF2"/>
                </a:solidFill>
                <a:latin typeface="Arial"/>
                <a:ea typeface="Arial"/>
                <a:cs typeface="Arial"/>
              </a:defRPr>
            </a:lvl6pPr>
            <a:lvl7pPr>
              <a:defRPr sz="2325" b="1">
                <a:solidFill>
                  <a:srgbClr val="E6EBF2"/>
                </a:solidFill>
                <a:latin typeface="Arial"/>
                <a:ea typeface="Arial"/>
                <a:cs typeface="Arial"/>
              </a:defRPr>
            </a:lvl7pPr>
            <a:lvl8pPr>
              <a:defRPr sz="2325" b="1">
                <a:solidFill>
                  <a:srgbClr val="E6EBF2"/>
                </a:solidFill>
                <a:latin typeface="Arial"/>
                <a:ea typeface="Arial"/>
                <a:cs typeface="Arial"/>
              </a:defRPr>
            </a:lvl8pPr>
            <a:lvl9pPr>
              <a:defRPr sz="2325" b="1">
                <a:solidFill>
                  <a:srgbClr val="E6EBF2"/>
                </a:solidFill>
                <a:latin typeface="Arial"/>
                <a:ea typeface="Arial"/>
                <a:cs typeface="Arial"/>
              </a:defRPr>
            </a:lvl9pPr>
          </a:lstStyle>
          <a:p xmlns:a="http://schemas.openxmlformats.org/drawingml/2006/main">
            <a:pPr>
              <a:defRPr sz="2325" b="1">
                <a:solidFill>
                  <a:srgbClr val="E6EBF2"/>
                </a:solidFill>
                <a:latin typeface="Arial"/>
                <a:ea typeface="Arial"/>
                <a:cs typeface="Arial"/>
              </a:defRPr>
            </a:pPr>
            <a:r>
              <a:rPr sz="2325" b="1">
                <a:solidFill>
                  <a:srgbClr val="E6EBF2"/>
                </a:solidFill>
                <a:latin typeface="Arial"/>
                <a:ea typeface="Arial"/>
                <a:cs typeface="Arial"/>
              </a:rPr>
              <a:t>Model proposal</a:t>
            </a:r>
          </a:p>
        </p:txBody>
      </p:sp>
      <p:sp>
        <p:nvSpPr>
          <p:cNvPr id="8" name="">
            <a:extLst xmlns:a="http://schemas.openxmlformats.org/drawingml/2006/main">
              <a:ext uri="{FF2B5EF4-FFF2-40B4-BE49-F238E27FC236}">
                <a16:creationId xmlns:a16="http://schemas.microsoft.com/office/drawing/2014/main" id="{7CE29835-F89B-48AC-8C60-8F91D49E8F1E}"/>
              </a:ext>
            </a:extLst>
          </p:cNvPr>
          <p:cNvSpPr>
            <a:spLocks xmlns:a="http://schemas.openxmlformats.org/drawingml/2006/main" noGrp="1"/>
          </p:cNvSpPr>
          <p:nvPr/>
        </p:nvSpPr>
        <p:spPr>
          <a:xfrm xmlns:a="http://schemas.openxmlformats.org/drawingml/2006/main">
            <a:off x="5238750" y="2857500"/>
            <a:ext cx="6238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6EBF2"/>
                </a:solidFill>
                <a:latin typeface="Arial"/>
                <a:ea typeface="Arial"/>
                <a:cs typeface="Arial"/>
              </a:defRPr>
            </a:defPPr>
            <a:lvl1pPr>
              <a:defRPr sz="2025" b="0">
                <a:solidFill>
                  <a:srgbClr val="E6EBF2"/>
                </a:solidFill>
                <a:latin typeface="Arial"/>
                <a:ea typeface="Arial"/>
                <a:cs typeface="Arial"/>
              </a:defRPr>
            </a:lvl1pPr>
            <a:lvl2pPr>
              <a:defRPr sz="2025" b="0">
                <a:solidFill>
                  <a:srgbClr val="E6EBF2"/>
                </a:solidFill>
                <a:latin typeface="Arial"/>
                <a:ea typeface="Arial"/>
                <a:cs typeface="Arial"/>
              </a:defRPr>
            </a:lvl2pPr>
            <a:lvl3pPr>
              <a:defRPr sz="2025" b="0">
                <a:solidFill>
                  <a:srgbClr val="E6EBF2"/>
                </a:solidFill>
                <a:latin typeface="Arial"/>
                <a:ea typeface="Arial"/>
                <a:cs typeface="Arial"/>
              </a:defRPr>
            </a:lvl3pPr>
            <a:lvl4pPr>
              <a:defRPr sz="2025" b="0">
                <a:solidFill>
                  <a:srgbClr val="E6EBF2"/>
                </a:solidFill>
                <a:latin typeface="Arial"/>
                <a:ea typeface="Arial"/>
                <a:cs typeface="Arial"/>
              </a:defRPr>
            </a:lvl4pPr>
            <a:lvl5pPr>
              <a:defRPr sz="2025" b="0">
                <a:solidFill>
                  <a:srgbClr val="E6EBF2"/>
                </a:solidFill>
                <a:latin typeface="Arial"/>
                <a:ea typeface="Arial"/>
                <a:cs typeface="Arial"/>
              </a:defRPr>
            </a:lvl5pPr>
            <a:lvl6pPr>
              <a:defRPr sz="2025" b="0">
                <a:solidFill>
                  <a:srgbClr val="E6EBF2"/>
                </a:solidFill>
                <a:latin typeface="Arial"/>
                <a:ea typeface="Arial"/>
                <a:cs typeface="Arial"/>
              </a:defRPr>
            </a:lvl6pPr>
            <a:lvl7pPr>
              <a:defRPr sz="2025" b="0">
                <a:solidFill>
                  <a:srgbClr val="E6EBF2"/>
                </a:solidFill>
                <a:latin typeface="Arial"/>
                <a:ea typeface="Arial"/>
                <a:cs typeface="Arial"/>
              </a:defRPr>
            </a:lvl7pPr>
            <a:lvl8pPr>
              <a:defRPr sz="2025" b="0">
                <a:solidFill>
                  <a:srgbClr val="E6EBF2"/>
                </a:solidFill>
                <a:latin typeface="Arial"/>
                <a:ea typeface="Arial"/>
                <a:cs typeface="Arial"/>
              </a:defRPr>
            </a:lvl8pPr>
            <a:lvl9pPr>
              <a:defRPr sz="2025" b="0">
                <a:solidFill>
                  <a:srgbClr val="E6EBF2"/>
                </a:solidFill>
                <a:latin typeface="Arial"/>
                <a:ea typeface="Arial"/>
                <a:cs typeface="Arial"/>
              </a:defRPr>
            </a:lvl9pPr>
          </a:lstStyle>
          <a:p xmlns:a="http://schemas.openxmlformats.org/drawingml/2006/main">
            <a:pPr>
              <a:defRPr sz="2025" b="0">
                <a:solidFill>
                  <a:srgbClr val="E6EBF2"/>
                </a:solidFill>
                <a:latin typeface="Arial"/>
                <a:ea typeface="Arial"/>
                <a:cs typeface="Arial"/>
              </a:defRPr>
            </a:pPr>
            <a:r>
              <a:rPr sz="2025" b="0">
                <a:solidFill>
                  <a:srgbClr val="E6EBF2"/>
                </a:solidFill>
                <a:latin typeface="Arial"/>
                <a:ea typeface="Arial"/>
                <a:cs typeface="Arial"/>
              </a:rPr>
              <a:t>Structured findings preserve uncertainty and visible limitations.</a:t>
            </a:r>
          </a:p>
        </p:txBody>
      </p:sp>
      <p:sp>
        <p:nvSpPr>
          <p:cNvPr id="9" name="">
            <a:extLst xmlns:a="http://schemas.openxmlformats.org/drawingml/2006/main">
              <a:ext uri="{FF2B5EF4-FFF2-40B4-BE49-F238E27FC236}">
                <a16:creationId xmlns:a16="http://schemas.microsoft.com/office/drawing/2014/main" id="{CBCA8DED-C13E-401F-A524-300E57854E62}"/>
              </a:ext>
            </a:extLst>
          </p:cNvPr>
          <p:cNvSpPr>
            <a:spLocks xmlns:a="http://schemas.openxmlformats.org/drawingml/2006/main" noGrp="1"/>
          </p:cNvSpPr>
          <p:nvPr/>
        </p:nvSpPr>
        <p:spPr>
          <a:xfrm xmlns:a="http://schemas.openxmlformats.org/drawingml/2006/main">
            <a:off x="609600" y="3857625"/>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8DDFC9"/>
                </a:solidFill>
                <a:latin typeface="Arial"/>
                <a:ea typeface="Arial"/>
                <a:cs typeface="Arial"/>
              </a:defRPr>
            </a:defPPr>
            <a:lvl1pPr>
              <a:defRPr sz="2550" b="1">
                <a:solidFill>
                  <a:srgbClr val="8DDFC9"/>
                </a:solidFill>
                <a:latin typeface="Arial"/>
                <a:ea typeface="Arial"/>
                <a:cs typeface="Arial"/>
              </a:defRPr>
            </a:lvl1pPr>
            <a:lvl2pPr>
              <a:defRPr sz="2550" b="1">
                <a:solidFill>
                  <a:srgbClr val="8DDFC9"/>
                </a:solidFill>
                <a:latin typeface="Arial"/>
                <a:ea typeface="Arial"/>
                <a:cs typeface="Arial"/>
              </a:defRPr>
            </a:lvl2pPr>
            <a:lvl3pPr>
              <a:defRPr sz="2550" b="1">
                <a:solidFill>
                  <a:srgbClr val="8DDFC9"/>
                </a:solidFill>
                <a:latin typeface="Arial"/>
                <a:ea typeface="Arial"/>
                <a:cs typeface="Arial"/>
              </a:defRPr>
            </a:lvl3pPr>
            <a:lvl4pPr>
              <a:defRPr sz="2550" b="1">
                <a:solidFill>
                  <a:srgbClr val="8DDFC9"/>
                </a:solidFill>
                <a:latin typeface="Arial"/>
                <a:ea typeface="Arial"/>
                <a:cs typeface="Arial"/>
              </a:defRPr>
            </a:lvl4pPr>
            <a:lvl5pPr>
              <a:defRPr sz="2550" b="1">
                <a:solidFill>
                  <a:srgbClr val="8DDFC9"/>
                </a:solidFill>
                <a:latin typeface="Arial"/>
                <a:ea typeface="Arial"/>
                <a:cs typeface="Arial"/>
              </a:defRPr>
            </a:lvl5pPr>
            <a:lvl6pPr>
              <a:defRPr sz="2550" b="1">
                <a:solidFill>
                  <a:srgbClr val="8DDFC9"/>
                </a:solidFill>
                <a:latin typeface="Arial"/>
                <a:ea typeface="Arial"/>
                <a:cs typeface="Arial"/>
              </a:defRPr>
            </a:lvl6pPr>
            <a:lvl7pPr>
              <a:defRPr sz="2550" b="1">
                <a:solidFill>
                  <a:srgbClr val="8DDFC9"/>
                </a:solidFill>
                <a:latin typeface="Arial"/>
                <a:ea typeface="Arial"/>
                <a:cs typeface="Arial"/>
              </a:defRPr>
            </a:lvl7pPr>
            <a:lvl8pPr>
              <a:defRPr sz="2550" b="1">
                <a:solidFill>
                  <a:srgbClr val="8DDFC9"/>
                </a:solidFill>
                <a:latin typeface="Arial"/>
                <a:ea typeface="Arial"/>
                <a:cs typeface="Arial"/>
              </a:defRPr>
            </a:lvl8pPr>
            <a:lvl9pPr>
              <a:defRPr sz="2550" b="1">
                <a:solidFill>
                  <a:srgbClr val="8DDFC9"/>
                </a:solidFill>
                <a:latin typeface="Arial"/>
                <a:ea typeface="Arial"/>
                <a:cs typeface="Arial"/>
              </a:defRPr>
            </a:lvl9pPr>
          </a:lstStyle>
          <a:p xmlns:a="http://schemas.openxmlformats.org/drawingml/2006/main">
            <a:pPr>
              <a:defRPr sz="2550" b="1">
                <a:solidFill>
                  <a:srgbClr val="8DDFC9"/>
                </a:solidFill>
                <a:latin typeface="Arial"/>
                <a:ea typeface="Arial"/>
                <a:cs typeface="Arial"/>
              </a:defRPr>
            </a:pPr>
            <a:r>
              <a:rPr sz="2550" b="1">
                <a:solidFill>
                  <a:srgbClr val="8DDFC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FDAA83FE-8756-49B3-A846-D522222159AD}"/>
              </a:ext>
            </a:extLst>
          </p:cNvPr>
          <p:cNvSpPr>
            <a:spLocks xmlns:a="http://schemas.openxmlformats.org/drawingml/2006/main" noGrp="1"/>
          </p:cNvSpPr>
          <p:nvPr/>
        </p:nvSpPr>
        <p:spPr>
          <a:xfrm xmlns:a="http://schemas.openxmlformats.org/drawingml/2006/main">
            <a:off x="1571625" y="3857625"/>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E6EBF2"/>
                </a:solidFill>
                <a:latin typeface="Arial"/>
                <a:ea typeface="Arial"/>
                <a:cs typeface="Arial"/>
              </a:defRPr>
            </a:defPPr>
            <a:lvl1pPr>
              <a:defRPr sz="2325" b="1">
                <a:solidFill>
                  <a:srgbClr val="E6EBF2"/>
                </a:solidFill>
                <a:latin typeface="Arial"/>
                <a:ea typeface="Arial"/>
                <a:cs typeface="Arial"/>
              </a:defRPr>
            </a:lvl1pPr>
            <a:lvl2pPr>
              <a:defRPr sz="2325" b="1">
                <a:solidFill>
                  <a:srgbClr val="E6EBF2"/>
                </a:solidFill>
                <a:latin typeface="Arial"/>
                <a:ea typeface="Arial"/>
                <a:cs typeface="Arial"/>
              </a:defRPr>
            </a:lvl2pPr>
            <a:lvl3pPr>
              <a:defRPr sz="2325" b="1">
                <a:solidFill>
                  <a:srgbClr val="E6EBF2"/>
                </a:solidFill>
                <a:latin typeface="Arial"/>
                <a:ea typeface="Arial"/>
                <a:cs typeface="Arial"/>
              </a:defRPr>
            </a:lvl3pPr>
            <a:lvl4pPr>
              <a:defRPr sz="2325" b="1">
                <a:solidFill>
                  <a:srgbClr val="E6EBF2"/>
                </a:solidFill>
                <a:latin typeface="Arial"/>
                <a:ea typeface="Arial"/>
                <a:cs typeface="Arial"/>
              </a:defRPr>
            </a:lvl4pPr>
            <a:lvl5pPr>
              <a:defRPr sz="2325" b="1">
                <a:solidFill>
                  <a:srgbClr val="E6EBF2"/>
                </a:solidFill>
                <a:latin typeface="Arial"/>
                <a:ea typeface="Arial"/>
                <a:cs typeface="Arial"/>
              </a:defRPr>
            </a:lvl5pPr>
            <a:lvl6pPr>
              <a:defRPr sz="2325" b="1">
                <a:solidFill>
                  <a:srgbClr val="E6EBF2"/>
                </a:solidFill>
                <a:latin typeface="Arial"/>
                <a:ea typeface="Arial"/>
                <a:cs typeface="Arial"/>
              </a:defRPr>
            </a:lvl6pPr>
            <a:lvl7pPr>
              <a:defRPr sz="2325" b="1">
                <a:solidFill>
                  <a:srgbClr val="E6EBF2"/>
                </a:solidFill>
                <a:latin typeface="Arial"/>
                <a:ea typeface="Arial"/>
                <a:cs typeface="Arial"/>
              </a:defRPr>
            </a:lvl7pPr>
            <a:lvl8pPr>
              <a:defRPr sz="2325" b="1">
                <a:solidFill>
                  <a:srgbClr val="E6EBF2"/>
                </a:solidFill>
                <a:latin typeface="Arial"/>
                <a:ea typeface="Arial"/>
                <a:cs typeface="Arial"/>
              </a:defRPr>
            </a:lvl8pPr>
            <a:lvl9pPr>
              <a:defRPr sz="2325" b="1">
                <a:solidFill>
                  <a:srgbClr val="E6EBF2"/>
                </a:solidFill>
                <a:latin typeface="Arial"/>
                <a:ea typeface="Arial"/>
                <a:cs typeface="Arial"/>
              </a:defRPr>
            </a:lvl9pPr>
          </a:lstStyle>
          <a:p xmlns:a="http://schemas.openxmlformats.org/drawingml/2006/main">
            <a:pPr>
              <a:defRPr sz="2325" b="1">
                <a:solidFill>
                  <a:srgbClr val="E6EBF2"/>
                </a:solidFill>
                <a:latin typeface="Arial"/>
                <a:ea typeface="Arial"/>
                <a:cs typeface="Arial"/>
              </a:defRPr>
            </a:pPr>
            <a:r>
              <a:rPr sz="2325" b="1">
                <a:solidFill>
                  <a:srgbClr val="E6EBF2"/>
                </a:solidFill>
                <a:latin typeface="Arial"/>
                <a:ea typeface="Arial"/>
                <a:cs typeface="Arial"/>
              </a:rPr>
              <a:t>Evidence record</a:t>
            </a:r>
          </a:p>
        </p:txBody>
      </p:sp>
      <p:sp>
        <p:nvSpPr>
          <p:cNvPr id="11" name="">
            <a:extLst xmlns:a="http://schemas.openxmlformats.org/drawingml/2006/main">
              <a:ext uri="{FF2B5EF4-FFF2-40B4-BE49-F238E27FC236}">
                <a16:creationId xmlns:a16="http://schemas.microsoft.com/office/drawing/2014/main" id="{F2852221-F332-4CB1-8F43-F037ED53A40E}"/>
              </a:ext>
            </a:extLst>
          </p:cNvPr>
          <p:cNvSpPr>
            <a:spLocks xmlns:a="http://schemas.openxmlformats.org/drawingml/2006/main" noGrp="1"/>
          </p:cNvSpPr>
          <p:nvPr/>
        </p:nvSpPr>
        <p:spPr>
          <a:xfrm xmlns:a="http://schemas.openxmlformats.org/drawingml/2006/main">
            <a:off x="5238750" y="3857625"/>
            <a:ext cx="6238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6EBF2"/>
                </a:solidFill>
                <a:latin typeface="Arial"/>
                <a:ea typeface="Arial"/>
                <a:cs typeface="Arial"/>
              </a:defRPr>
            </a:defPPr>
            <a:lvl1pPr>
              <a:defRPr sz="2025" b="0">
                <a:solidFill>
                  <a:srgbClr val="E6EBF2"/>
                </a:solidFill>
                <a:latin typeface="Arial"/>
                <a:ea typeface="Arial"/>
                <a:cs typeface="Arial"/>
              </a:defRPr>
            </a:lvl1pPr>
            <a:lvl2pPr>
              <a:defRPr sz="2025" b="0">
                <a:solidFill>
                  <a:srgbClr val="E6EBF2"/>
                </a:solidFill>
                <a:latin typeface="Arial"/>
                <a:ea typeface="Arial"/>
                <a:cs typeface="Arial"/>
              </a:defRPr>
            </a:lvl2pPr>
            <a:lvl3pPr>
              <a:defRPr sz="2025" b="0">
                <a:solidFill>
                  <a:srgbClr val="E6EBF2"/>
                </a:solidFill>
                <a:latin typeface="Arial"/>
                <a:ea typeface="Arial"/>
                <a:cs typeface="Arial"/>
              </a:defRPr>
            </a:lvl3pPr>
            <a:lvl4pPr>
              <a:defRPr sz="2025" b="0">
                <a:solidFill>
                  <a:srgbClr val="E6EBF2"/>
                </a:solidFill>
                <a:latin typeface="Arial"/>
                <a:ea typeface="Arial"/>
                <a:cs typeface="Arial"/>
              </a:defRPr>
            </a:lvl4pPr>
            <a:lvl5pPr>
              <a:defRPr sz="2025" b="0">
                <a:solidFill>
                  <a:srgbClr val="E6EBF2"/>
                </a:solidFill>
                <a:latin typeface="Arial"/>
                <a:ea typeface="Arial"/>
                <a:cs typeface="Arial"/>
              </a:defRPr>
            </a:lvl5pPr>
            <a:lvl6pPr>
              <a:defRPr sz="2025" b="0">
                <a:solidFill>
                  <a:srgbClr val="E6EBF2"/>
                </a:solidFill>
                <a:latin typeface="Arial"/>
                <a:ea typeface="Arial"/>
                <a:cs typeface="Arial"/>
              </a:defRPr>
            </a:lvl6pPr>
            <a:lvl7pPr>
              <a:defRPr sz="2025" b="0">
                <a:solidFill>
                  <a:srgbClr val="E6EBF2"/>
                </a:solidFill>
                <a:latin typeface="Arial"/>
                <a:ea typeface="Arial"/>
                <a:cs typeface="Arial"/>
              </a:defRPr>
            </a:lvl7pPr>
            <a:lvl8pPr>
              <a:defRPr sz="2025" b="0">
                <a:solidFill>
                  <a:srgbClr val="E6EBF2"/>
                </a:solidFill>
                <a:latin typeface="Arial"/>
                <a:ea typeface="Arial"/>
                <a:cs typeface="Arial"/>
              </a:defRPr>
            </a:lvl8pPr>
            <a:lvl9pPr>
              <a:defRPr sz="2025" b="0">
                <a:solidFill>
                  <a:srgbClr val="E6EBF2"/>
                </a:solidFill>
                <a:latin typeface="Arial"/>
                <a:ea typeface="Arial"/>
                <a:cs typeface="Arial"/>
              </a:defRPr>
            </a:lvl9pPr>
          </a:lstStyle>
          <a:p xmlns:a="http://schemas.openxmlformats.org/drawingml/2006/main">
            <a:pPr>
              <a:defRPr sz="2025" b="0">
                <a:solidFill>
                  <a:srgbClr val="E6EBF2"/>
                </a:solidFill>
                <a:latin typeface="Arial"/>
                <a:ea typeface="Arial"/>
                <a:cs typeface="Arial"/>
              </a:defRPr>
            </a:pPr>
            <a:r>
              <a:rPr sz="2025" b="0">
                <a:solidFill>
                  <a:srgbClr val="E6EBF2"/>
                </a:solidFill>
                <a:latin typeface="Arial"/>
                <a:ea typeface="Arial"/>
                <a:cs typeface="Arial"/>
              </a:rPr>
              <a:t>Hashes, model, request status and usage identify the actual call.</a:t>
            </a:r>
          </a:p>
        </p:txBody>
      </p:sp>
      <p:sp>
        <p:nvSpPr>
          <p:cNvPr id="12" name="">
            <a:extLst xmlns:a="http://schemas.openxmlformats.org/drawingml/2006/main">
              <a:ext uri="{FF2B5EF4-FFF2-40B4-BE49-F238E27FC236}">
                <a16:creationId xmlns:a16="http://schemas.microsoft.com/office/drawing/2014/main" id="{CAB10B70-AA1E-4493-AF90-5B63C845B85A}"/>
              </a:ext>
            </a:extLst>
          </p:cNvPr>
          <p:cNvSpPr>
            <a:spLocks xmlns:a="http://schemas.openxmlformats.org/drawingml/2006/main" noGrp="1"/>
          </p:cNvSpPr>
          <p:nvPr/>
        </p:nvSpPr>
        <p:spPr>
          <a:xfrm xmlns:a="http://schemas.openxmlformats.org/drawingml/2006/main">
            <a:off x="609600" y="485775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8DDFC9"/>
                </a:solidFill>
                <a:latin typeface="Arial"/>
                <a:ea typeface="Arial"/>
                <a:cs typeface="Arial"/>
              </a:defRPr>
            </a:defPPr>
            <a:lvl1pPr>
              <a:defRPr sz="2550" b="1">
                <a:solidFill>
                  <a:srgbClr val="8DDFC9"/>
                </a:solidFill>
                <a:latin typeface="Arial"/>
                <a:ea typeface="Arial"/>
                <a:cs typeface="Arial"/>
              </a:defRPr>
            </a:lvl1pPr>
            <a:lvl2pPr>
              <a:defRPr sz="2550" b="1">
                <a:solidFill>
                  <a:srgbClr val="8DDFC9"/>
                </a:solidFill>
                <a:latin typeface="Arial"/>
                <a:ea typeface="Arial"/>
                <a:cs typeface="Arial"/>
              </a:defRPr>
            </a:lvl2pPr>
            <a:lvl3pPr>
              <a:defRPr sz="2550" b="1">
                <a:solidFill>
                  <a:srgbClr val="8DDFC9"/>
                </a:solidFill>
                <a:latin typeface="Arial"/>
                <a:ea typeface="Arial"/>
                <a:cs typeface="Arial"/>
              </a:defRPr>
            </a:lvl3pPr>
            <a:lvl4pPr>
              <a:defRPr sz="2550" b="1">
                <a:solidFill>
                  <a:srgbClr val="8DDFC9"/>
                </a:solidFill>
                <a:latin typeface="Arial"/>
                <a:ea typeface="Arial"/>
                <a:cs typeface="Arial"/>
              </a:defRPr>
            </a:lvl4pPr>
            <a:lvl5pPr>
              <a:defRPr sz="2550" b="1">
                <a:solidFill>
                  <a:srgbClr val="8DDFC9"/>
                </a:solidFill>
                <a:latin typeface="Arial"/>
                <a:ea typeface="Arial"/>
                <a:cs typeface="Arial"/>
              </a:defRPr>
            </a:lvl5pPr>
            <a:lvl6pPr>
              <a:defRPr sz="2550" b="1">
                <a:solidFill>
                  <a:srgbClr val="8DDFC9"/>
                </a:solidFill>
                <a:latin typeface="Arial"/>
                <a:ea typeface="Arial"/>
                <a:cs typeface="Arial"/>
              </a:defRPr>
            </a:lvl6pPr>
            <a:lvl7pPr>
              <a:defRPr sz="2550" b="1">
                <a:solidFill>
                  <a:srgbClr val="8DDFC9"/>
                </a:solidFill>
                <a:latin typeface="Arial"/>
                <a:ea typeface="Arial"/>
                <a:cs typeface="Arial"/>
              </a:defRPr>
            </a:lvl7pPr>
            <a:lvl8pPr>
              <a:defRPr sz="2550" b="1">
                <a:solidFill>
                  <a:srgbClr val="8DDFC9"/>
                </a:solidFill>
                <a:latin typeface="Arial"/>
                <a:ea typeface="Arial"/>
                <a:cs typeface="Arial"/>
              </a:defRPr>
            </a:lvl8pPr>
            <a:lvl9pPr>
              <a:defRPr sz="2550" b="1">
                <a:solidFill>
                  <a:srgbClr val="8DDFC9"/>
                </a:solidFill>
                <a:latin typeface="Arial"/>
                <a:ea typeface="Arial"/>
                <a:cs typeface="Arial"/>
              </a:defRPr>
            </a:lvl9pPr>
          </a:lstStyle>
          <a:p xmlns:a="http://schemas.openxmlformats.org/drawingml/2006/main">
            <a:pPr>
              <a:defRPr sz="2550" b="1">
                <a:solidFill>
                  <a:srgbClr val="8DDFC9"/>
                </a:solidFill>
                <a:latin typeface="Arial"/>
                <a:ea typeface="Arial"/>
                <a:cs typeface="Arial"/>
              </a:defRPr>
            </a:pPr>
            <a:r>
              <a:rPr sz="2550" b="1">
                <a:solidFill>
                  <a:srgbClr val="8DDFC9"/>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68F5A770-1641-4717-9AC7-5EC9FC7436EF}"/>
              </a:ext>
            </a:extLst>
          </p:cNvPr>
          <p:cNvSpPr>
            <a:spLocks xmlns:a="http://schemas.openxmlformats.org/drawingml/2006/main" noGrp="1"/>
          </p:cNvSpPr>
          <p:nvPr/>
        </p:nvSpPr>
        <p:spPr>
          <a:xfrm xmlns:a="http://schemas.openxmlformats.org/drawingml/2006/main">
            <a:off x="1571625" y="4857750"/>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E6EBF2"/>
                </a:solidFill>
                <a:latin typeface="Arial"/>
                <a:ea typeface="Arial"/>
                <a:cs typeface="Arial"/>
              </a:defRPr>
            </a:defPPr>
            <a:lvl1pPr>
              <a:defRPr sz="2325" b="1">
                <a:solidFill>
                  <a:srgbClr val="E6EBF2"/>
                </a:solidFill>
                <a:latin typeface="Arial"/>
                <a:ea typeface="Arial"/>
                <a:cs typeface="Arial"/>
              </a:defRPr>
            </a:lvl1pPr>
            <a:lvl2pPr>
              <a:defRPr sz="2325" b="1">
                <a:solidFill>
                  <a:srgbClr val="E6EBF2"/>
                </a:solidFill>
                <a:latin typeface="Arial"/>
                <a:ea typeface="Arial"/>
                <a:cs typeface="Arial"/>
              </a:defRPr>
            </a:lvl2pPr>
            <a:lvl3pPr>
              <a:defRPr sz="2325" b="1">
                <a:solidFill>
                  <a:srgbClr val="E6EBF2"/>
                </a:solidFill>
                <a:latin typeface="Arial"/>
                <a:ea typeface="Arial"/>
                <a:cs typeface="Arial"/>
              </a:defRPr>
            </a:lvl3pPr>
            <a:lvl4pPr>
              <a:defRPr sz="2325" b="1">
                <a:solidFill>
                  <a:srgbClr val="E6EBF2"/>
                </a:solidFill>
                <a:latin typeface="Arial"/>
                <a:ea typeface="Arial"/>
                <a:cs typeface="Arial"/>
              </a:defRPr>
            </a:lvl4pPr>
            <a:lvl5pPr>
              <a:defRPr sz="2325" b="1">
                <a:solidFill>
                  <a:srgbClr val="E6EBF2"/>
                </a:solidFill>
                <a:latin typeface="Arial"/>
                <a:ea typeface="Arial"/>
                <a:cs typeface="Arial"/>
              </a:defRPr>
            </a:lvl5pPr>
            <a:lvl6pPr>
              <a:defRPr sz="2325" b="1">
                <a:solidFill>
                  <a:srgbClr val="E6EBF2"/>
                </a:solidFill>
                <a:latin typeface="Arial"/>
                <a:ea typeface="Arial"/>
                <a:cs typeface="Arial"/>
              </a:defRPr>
            </a:lvl6pPr>
            <a:lvl7pPr>
              <a:defRPr sz="2325" b="1">
                <a:solidFill>
                  <a:srgbClr val="E6EBF2"/>
                </a:solidFill>
                <a:latin typeface="Arial"/>
                <a:ea typeface="Arial"/>
                <a:cs typeface="Arial"/>
              </a:defRPr>
            </a:lvl7pPr>
            <a:lvl8pPr>
              <a:defRPr sz="2325" b="1">
                <a:solidFill>
                  <a:srgbClr val="E6EBF2"/>
                </a:solidFill>
                <a:latin typeface="Arial"/>
                <a:ea typeface="Arial"/>
                <a:cs typeface="Arial"/>
              </a:defRPr>
            </a:lvl8pPr>
            <a:lvl9pPr>
              <a:defRPr sz="2325" b="1">
                <a:solidFill>
                  <a:srgbClr val="E6EBF2"/>
                </a:solidFill>
                <a:latin typeface="Arial"/>
                <a:ea typeface="Arial"/>
                <a:cs typeface="Arial"/>
              </a:defRPr>
            </a:lvl9pPr>
          </a:lstStyle>
          <a:p xmlns:a="http://schemas.openxmlformats.org/drawingml/2006/main">
            <a:pPr>
              <a:defRPr sz="2325" b="1">
                <a:solidFill>
                  <a:srgbClr val="E6EBF2"/>
                </a:solidFill>
                <a:latin typeface="Arial"/>
                <a:ea typeface="Arial"/>
                <a:cs typeface="Arial"/>
              </a:defRPr>
            </a:pPr>
            <a:r>
              <a:rPr sz="2325" b="1">
                <a:solidFill>
                  <a:srgbClr val="E6EBF2"/>
                </a:solidFill>
                <a:latin typeface="Arial"/>
                <a:ea typeface="Arial"/>
                <a:cs typeface="Arial"/>
              </a:rPr>
              <a:t>Reviewer decision</a:t>
            </a:r>
          </a:p>
        </p:txBody>
      </p:sp>
      <p:sp>
        <p:nvSpPr>
          <p:cNvPr id="14" name="">
            <a:extLst xmlns:a="http://schemas.openxmlformats.org/drawingml/2006/main">
              <a:ext uri="{FF2B5EF4-FFF2-40B4-BE49-F238E27FC236}">
                <a16:creationId xmlns:a16="http://schemas.microsoft.com/office/drawing/2014/main" id="{ABD53535-3CCE-4FD7-B6BC-C39A267C454D}"/>
              </a:ext>
            </a:extLst>
          </p:cNvPr>
          <p:cNvSpPr>
            <a:spLocks xmlns:a="http://schemas.openxmlformats.org/drawingml/2006/main" noGrp="1"/>
          </p:cNvSpPr>
          <p:nvPr/>
        </p:nvSpPr>
        <p:spPr>
          <a:xfrm xmlns:a="http://schemas.openxmlformats.org/drawingml/2006/main">
            <a:off x="5238750" y="4857750"/>
            <a:ext cx="6238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6EBF2"/>
                </a:solidFill>
                <a:latin typeface="Arial"/>
                <a:ea typeface="Arial"/>
                <a:cs typeface="Arial"/>
              </a:defRPr>
            </a:defPPr>
            <a:lvl1pPr>
              <a:defRPr sz="2025" b="0">
                <a:solidFill>
                  <a:srgbClr val="E6EBF2"/>
                </a:solidFill>
                <a:latin typeface="Arial"/>
                <a:ea typeface="Arial"/>
                <a:cs typeface="Arial"/>
              </a:defRPr>
            </a:lvl1pPr>
            <a:lvl2pPr>
              <a:defRPr sz="2025" b="0">
                <a:solidFill>
                  <a:srgbClr val="E6EBF2"/>
                </a:solidFill>
                <a:latin typeface="Arial"/>
                <a:ea typeface="Arial"/>
                <a:cs typeface="Arial"/>
              </a:defRPr>
            </a:lvl2pPr>
            <a:lvl3pPr>
              <a:defRPr sz="2025" b="0">
                <a:solidFill>
                  <a:srgbClr val="E6EBF2"/>
                </a:solidFill>
                <a:latin typeface="Arial"/>
                <a:ea typeface="Arial"/>
                <a:cs typeface="Arial"/>
              </a:defRPr>
            </a:lvl3pPr>
            <a:lvl4pPr>
              <a:defRPr sz="2025" b="0">
                <a:solidFill>
                  <a:srgbClr val="E6EBF2"/>
                </a:solidFill>
                <a:latin typeface="Arial"/>
                <a:ea typeface="Arial"/>
                <a:cs typeface="Arial"/>
              </a:defRPr>
            </a:lvl4pPr>
            <a:lvl5pPr>
              <a:defRPr sz="2025" b="0">
                <a:solidFill>
                  <a:srgbClr val="E6EBF2"/>
                </a:solidFill>
                <a:latin typeface="Arial"/>
                <a:ea typeface="Arial"/>
                <a:cs typeface="Arial"/>
              </a:defRPr>
            </a:lvl5pPr>
            <a:lvl6pPr>
              <a:defRPr sz="2025" b="0">
                <a:solidFill>
                  <a:srgbClr val="E6EBF2"/>
                </a:solidFill>
                <a:latin typeface="Arial"/>
                <a:ea typeface="Arial"/>
                <a:cs typeface="Arial"/>
              </a:defRPr>
            </a:lvl6pPr>
            <a:lvl7pPr>
              <a:defRPr sz="2025" b="0">
                <a:solidFill>
                  <a:srgbClr val="E6EBF2"/>
                </a:solidFill>
                <a:latin typeface="Arial"/>
                <a:ea typeface="Arial"/>
                <a:cs typeface="Arial"/>
              </a:defRPr>
            </a:lvl7pPr>
            <a:lvl8pPr>
              <a:defRPr sz="2025" b="0">
                <a:solidFill>
                  <a:srgbClr val="E6EBF2"/>
                </a:solidFill>
                <a:latin typeface="Arial"/>
                <a:ea typeface="Arial"/>
                <a:cs typeface="Arial"/>
              </a:defRPr>
            </a:lvl8pPr>
            <a:lvl9pPr>
              <a:defRPr sz="2025" b="0">
                <a:solidFill>
                  <a:srgbClr val="E6EBF2"/>
                </a:solidFill>
                <a:latin typeface="Arial"/>
                <a:ea typeface="Arial"/>
                <a:cs typeface="Arial"/>
              </a:defRPr>
            </a:lvl9pPr>
          </a:lstStyle>
          <a:p xmlns:a="http://schemas.openxmlformats.org/drawingml/2006/main">
            <a:pPr>
              <a:defRPr sz="2025" b="0">
                <a:solidFill>
                  <a:srgbClr val="E6EBF2"/>
                </a:solidFill>
                <a:latin typeface="Arial"/>
                <a:ea typeface="Arial"/>
                <a:cs typeface="Arial"/>
              </a:defRPr>
            </a:pPr>
            <a:r>
              <a:rPr sz="2025" b="0">
                <a:solidFill>
                  <a:srgbClr val="E6EBF2"/>
                </a:solidFill>
                <a:latin typeface="Arial"/>
                <a:ea typeface="Arial"/>
                <a:cs typeface="Arial"/>
              </a:rPr>
              <a:t>A reviewer records a reason. Agent demo annotations carry a separate identity.</a:t>
            </a:r>
          </a:p>
        </p:txBody>
      </p:sp>
    </p:spTree>
    <p:extLst>
      <p:ext uri="{BB962C8B-B14F-4D97-AF65-F5344CB8AC3E}">
        <p14:creationId xmlns:p14="http://schemas.microsoft.com/office/powerpoint/2010/main" val="1823678344"/>
      </p:ext>
    </p:extLst>
  </p:cSld>
</p:sld>
</file>

<file path=ppt/slides/slide5.xml><?xml version="1.0" encoding="utf-8"?>
<p:sld xmlns:p="http://schemas.openxmlformats.org/presentationml/2006/main">
  <p:cSld>
    <p:bg>
      <p:bgPr>
        <a:solidFill xmlns:a="http://schemas.openxmlformats.org/drawingml/2006/main">
          <a:srgbClr val="0D14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400926-5A79-4D31-8DDA-4C4F45AACD3F}"/>
              </a:ext>
            </a:extLst>
          </p:cNvPr>
          <p:cNvSpPr>
            <a:spLocks xmlns:a="http://schemas.openxmlformats.org/drawingml/2006/main" noGrp="1"/>
          </p:cNvSpPr>
          <p:nvPr/>
        </p:nvSpPr>
        <p:spPr>
          <a:xfrm xmlns:a="http://schemas.openxmlformats.org/drawingml/2006/main">
            <a:off x="609600" y="5905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6EBF2"/>
                </a:solidFill>
                <a:latin typeface="Arial"/>
                <a:ea typeface="Arial"/>
                <a:cs typeface="Arial"/>
              </a:defRPr>
            </a:defPPr>
            <a:lvl1pPr>
              <a:defRPr sz="3600" b="1">
                <a:solidFill>
                  <a:srgbClr val="E6EBF2"/>
                </a:solidFill>
                <a:latin typeface="Arial"/>
                <a:ea typeface="Arial"/>
                <a:cs typeface="Arial"/>
              </a:defRPr>
            </a:lvl1pPr>
            <a:lvl2pPr>
              <a:defRPr sz="3600" b="1">
                <a:solidFill>
                  <a:srgbClr val="E6EBF2"/>
                </a:solidFill>
                <a:latin typeface="Arial"/>
                <a:ea typeface="Arial"/>
                <a:cs typeface="Arial"/>
              </a:defRPr>
            </a:lvl2pPr>
            <a:lvl3pPr>
              <a:defRPr sz="3600" b="1">
                <a:solidFill>
                  <a:srgbClr val="E6EBF2"/>
                </a:solidFill>
                <a:latin typeface="Arial"/>
                <a:ea typeface="Arial"/>
                <a:cs typeface="Arial"/>
              </a:defRPr>
            </a:lvl3pPr>
            <a:lvl4pPr>
              <a:defRPr sz="3600" b="1">
                <a:solidFill>
                  <a:srgbClr val="E6EBF2"/>
                </a:solidFill>
                <a:latin typeface="Arial"/>
                <a:ea typeface="Arial"/>
                <a:cs typeface="Arial"/>
              </a:defRPr>
            </a:lvl4pPr>
            <a:lvl5pPr>
              <a:defRPr sz="3600" b="1">
                <a:solidFill>
                  <a:srgbClr val="E6EBF2"/>
                </a:solidFill>
                <a:latin typeface="Arial"/>
                <a:ea typeface="Arial"/>
                <a:cs typeface="Arial"/>
              </a:defRPr>
            </a:lvl5pPr>
            <a:lvl6pPr>
              <a:defRPr sz="3600" b="1">
                <a:solidFill>
                  <a:srgbClr val="E6EBF2"/>
                </a:solidFill>
                <a:latin typeface="Arial"/>
                <a:ea typeface="Arial"/>
                <a:cs typeface="Arial"/>
              </a:defRPr>
            </a:lvl6pPr>
            <a:lvl7pPr>
              <a:defRPr sz="3600" b="1">
                <a:solidFill>
                  <a:srgbClr val="E6EBF2"/>
                </a:solidFill>
                <a:latin typeface="Arial"/>
                <a:ea typeface="Arial"/>
                <a:cs typeface="Arial"/>
              </a:defRPr>
            </a:lvl7pPr>
            <a:lvl8pPr>
              <a:defRPr sz="3600" b="1">
                <a:solidFill>
                  <a:srgbClr val="E6EBF2"/>
                </a:solidFill>
                <a:latin typeface="Arial"/>
                <a:ea typeface="Arial"/>
                <a:cs typeface="Arial"/>
              </a:defRPr>
            </a:lvl8pPr>
            <a:lvl9pPr>
              <a:defRPr sz="3600" b="1">
                <a:solidFill>
                  <a:srgbClr val="E6EBF2"/>
                </a:solidFill>
                <a:latin typeface="Arial"/>
                <a:ea typeface="Arial"/>
                <a:cs typeface="Arial"/>
              </a:defRPr>
            </a:lvl9pPr>
          </a:lstStyle>
          <a:p xmlns:a="http://schemas.openxmlformats.org/drawingml/2006/main">
            <a:pPr>
              <a:defRPr sz="3600" b="1">
                <a:solidFill>
                  <a:srgbClr val="E6EBF2"/>
                </a:solidFill>
                <a:latin typeface="Arial"/>
                <a:ea typeface="Arial"/>
                <a:cs typeface="Arial"/>
              </a:defRPr>
            </a:pPr>
            <a:r>
              <a:rPr sz="3600" b="1">
                <a:solidFill>
                  <a:srgbClr val="E6EBF2"/>
                </a:solidFill>
                <a:latin typeface="Arial"/>
                <a:ea typeface="Arial"/>
                <a:cs typeface="Arial"/>
              </a:rPr>
              <a:t>Actual AMD execution and remaining limits</a:t>
            </a:r>
          </a:p>
        </p:txBody>
      </p:sp>
      <p:sp>
        <p:nvSpPr>
          <p:cNvPr id="2" name="">
            <a:extLst xmlns:a="http://schemas.openxmlformats.org/drawingml/2006/main">
              <a:ext uri="{FF2B5EF4-FFF2-40B4-BE49-F238E27FC236}">
                <a16:creationId xmlns:a16="http://schemas.microsoft.com/office/drawing/2014/main" id="{01F522F0-7385-4D2D-906C-844387BFAC7E}"/>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2BDCC"/>
                </a:solidFill>
                <a:latin typeface="Arial"/>
                <a:ea typeface="Arial"/>
                <a:cs typeface="Arial"/>
              </a:defRPr>
            </a:defPPr>
            <a:lvl1pPr>
              <a:defRPr sz="1350" b="0">
                <a:solidFill>
                  <a:srgbClr val="B2BDCC"/>
                </a:solidFill>
                <a:latin typeface="Arial"/>
                <a:ea typeface="Arial"/>
                <a:cs typeface="Arial"/>
              </a:defRPr>
            </a:lvl1pPr>
            <a:lvl2pPr>
              <a:defRPr sz="1350" b="0">
                <a:solidFill>
                  <a:srgbClr val="B2BDCC"/>
                </a:solidFill>
                <a:latin typeface="Arial"/>
                <a:ea typeface="Arial"/>
                <a:cs typeface="Arial"/>
              </a:defRPr>
            </a:lvl2pPr>
            <a:lvl3pPr>
              <a:defRPr sz="1350" b="0">
                <a:solidFill>
                  <a:srgbClr val="B2BDCC"/>
                </a:solidFill>
                <a:latin typeface="Arial"/>
                <a:ea typeface="Arial"/>
                <a:cs typeface="Arial"/>
              </a:defRPr>
            </a:lvl3pPr>
            <a:lvl4pPr>
              <a:defRPr sz="1350" b="0">
                <a:solidFill>
                  <a:srgbClr val="B2BDCC"/>
                </a:solidFill>
                <a:latin typeface="Arial"/>
                <a:ea typeface="Arial"/>
                <a:cs typeface="Arial"/>
              </a:defRPr>
            </a:lvl4pPr>
            <a:lvl5pPr>
              <a:defRPr sz="1350" b="0">
                <a:solidFill>
                  <a:srgbClr val="B2BDCC"/>
                </a:solidFill>
                <a:latin typeface="Arial"/>
                <a:ea typeface="Arial"/>
                <a:cs typeface="Arial"/>
              </a:defRPr>
            </a:lvl5pPr>
            <a:lvl6pPr>
              <a:defRPr sz="1350" b="0">
                <a:solidFill>
                  <a:srgbClr val="B2BDCC"/>
                </a:solidFill>
                <a:latin typeface="Arial"/>
                <a:ea typeface="Arial"/>
                <a:cs typeface="Arial"/>
              </a:defRPr>
            </a:lvl6pPr>
            <a:lvl7pPr>
              <a:defRPr sz="1350" b="0">
                <a:solidFill>
                  <a:srgbClr val="B2BDCC"/>
                </a:solidFill>
                <a:latin typeface="Arial"/>
                <a:ea typeface="Arial"/>
                <a:cs typeface="Arial"/>
              </a:defRPr>
            </a:lvl7pPr>
            <a:lvl8pPr>
              <a:defRPr sz="1350" b="0">
                <a:solidFill>
                  <a:srgbClr val="B2BDCC"/>
                </a:solidFill>
                <a:latin typeface="Arial"/>
                <a:ea typeface="Arial"/>
                <a:cs typeface="Arial"/>
              </a:defRPr>
            </a:lvl8pPr>
            <a:lvl9pPr>
              <a:defRPr sz="1350" b="0">
                <a:solidFill>
                  <a:srgbClr val="B2BDCC"/>
                </a:solidFill>
                <a:latin typeface="Arial"/>
                <a:ea typeface="Arial"/>
                <a:cs typeface="Arial"/>
              </a:defRPr>
            </a:lvl9pPr>
          </a:lstStyle>
          <a:p xmlns:a="http://schemas.openxmlformats.org/drawingml/2006/main">
            <a:pPr>
              <a:defRPr sz="1350" b="0">
                <a:solidFill>
                  <a:srgbClr val="B2BDCC"/>
                </a:solidFill>
                <a:latin typeface="Arial"/>
                <a:ea typeface="Arial"/>
                <a:cs typeface="Arial"/>
              </a:defRPr>
            </a:pPr>
            <a:r>
              <a:rPr sz="1350" b="0">
                <a:solidFill>
                  <a:srgbClr val="B2BDCC"/>
                </a:solidFill>
                <a:latin typeface="Arial"/>
                <a:ea typeface="Arial"/>
                <a:cs typeface="Arial"/>
              </a:rPr>
              <a:t>ShotProof     5/5</a:t>
            </a:r>
          </a:p>
        </p:txBody>
      </p:sp>
      <p:sp>
        <p:nvSpPr>
          <p:cNvPr id="3" name="">
            <a:extLst xmlns:a="http://schemas.openxmlformats.org/drawingml/2006/main">
              <a:ext uri="{FF2B5EF4-FFF2-40B4-BE49-F238E27FC236}">
                <a16:creationId xmlns:a16="http://schemas.microsoft.com/office/drawing/2014/main" id="{49D2476E-20C1-4B87-BB71-965DD2DC1522}"/>
              </a:ext>
            </a:extLst>
          </p:cNvPr>
          <p:cNvSpPr>
            <a:spLocks xmlns:a="http://schemas.openxmlformats.org/drawingml/2006/main" noGrp="1"/>
          </p:cNvSpPr>
          <p:nvPr/>
        </p:nvSpPr>
        <p:spPr>
          <a:xfrm xmlns:a="http://schemas.openxmlformats.org/drawingml/2006/main">
            <a:off x="609600" y="1762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8DDFC9"/>
                </a:solidFill>
                <a:latin typeface="Arial"/>
                <a:ea typeface="Arial"/>
                <a:cs typeface="Arial"/>
              </a:defRPr>
            </a:defPPr>
            <a:lvl1pPr>
              <a:defRPr sz="2850" b="1">
                <a:solidFill>
                  <a:srgbClr val="8DDFC9"/>
                </a:solidFill>
                <a:latin typeface="Arial"/>
                <a:ea typeface="Arial"/>
                <a:cs typeface="Arial"/>
              </a:defRPr>
            </a:lvl1pPr>
            <a:lvl2pPr>
              <a:defRPr sz="2850" b="1">
                <a:solidFill>
                  <a:srgbClr val="8DDFC9"/>
                </a:solidFill>
                <a:latin typeface="Arial"/>
                <a:ea typeface="Arial"/>
                <a:cs typeface="Arial"/>
              </a:defRPr>
            </a:lvl2pPr>
            <a:lvl3pPr>
              <a:defRPr sz="2850" b="1">
                <a:solidFill>
                  <a:srgbClr val="8DDFC9"/>
                </a:solidFill>
                <a:latin typeface="Arial"/>
                <a:ea typeface="Arial"/>
                <a:cs typeface="Arial"/>
              </a:defRPr>
            </a:lvl3pPr>
            <a:lvl4pPr>
              <a:defRPr sz="2850" b="1">
                <a:solidFill>
                  <a:srgbClr val="8DDFC9"/>
                </a:solidFill>
                <a:latin typeface="Arial"/>
                <a:ea typeface="Arial"/>
                <a:cs typeface="Arial"/>
              </a:defRPr>
            </a:lvl4pPr>
            <a:lvl5pPr>
              <a:defRPr sz="2850" b="1">
                <a:solidFill>
                  <a:srgbClr val="8DDFC9"/>
                </a:solidFill>
                <a:latin typeface="Arial"/>
                <a:ea typeface="Arial"/>
                <a:cs typeface="Arial"/>
              </a:defRPr>
            </a:lvl5pPr>
            <a:lvl6pPr>
              <a:defRPr sz="2850" b="1">
                <a:solidFill>
                  <a:srgbClr val="8DDFC9"/>
                </a:solidFill>
                <a:latin typeface="Arial"/>
                <a:ea typeface="Arial"/>
                <a:cs typeface="Arial"/>
              </a:defRPr>
            </a:lvl6pPr>
            <a:lvl7pPr>
              <a:defRPr sz="2850" b="1">
                <a:solidFill>
                  <a:srgbClr val="8DDFC9"/>
                </a:solidFill>
                <a:latin typeface="Arial"/>
                <a:ea typeface="Arial"/>
                <a:cs typeface="Arial"/>
              </a:defRPr>
            </a:lvl7pPr>
            <a:lvl8pPr>
              <a:defRPr sz="2850" b="1">
                <a:solidFill>
                  <a:srgbClr val="8DDFC9"/>
                </a:solidFill>
                <a:latin typeface="Arial"/>
                <a:ea typeface="Arial"/>
                <a:cs typeface="Arial"/>
              </a:defRPr>
            </a:lvl8pPr>
            <a:lvl9pPr>
              <a:defRPr sz="2850" b="1">
                <a:solidFill>
                  <a:srgbClr val="8DDFC9"/>
                </a:solidFill>
                <a:latin typeface="Arial"/>
                <a:ea typeface="Arial"/>
                <a:cs typeface="Arial"/>
              </a:defRPr>
            </a:lvl9pPr>
          </a:lstStyle>
          <a:p xmlns:a="http://schemas.openxmlformats.org/drawingml/2006/main">
            <a:pPr>
              <a:defRPr sz="2850" b="1">
                <a:solidFill>
                  <a:srgbClr val="8DDFC9"/>
                </a:solidFill>
                <a:latin typeface="Arial"/>
                <a:ea typeface="Arial"/>
                <a:cs typeface="Arial"/>
              </a:defRPr>
            </a:pPr>
            <a:r>
              <a:rPr sz="2850" b="1">
                <a:solidFill>
                  <a:srgbClr val="8DDFC9"/>
                </a:solidFill>
                <a:latin typeface="Arial"/>
                <a:ea typeface="Arial"/>
                <a:cs typeface="Arial"/>
              </a:rPr>
              <a:t>Qwen2-VL-7B on AMD MI300X VF</a:t>
            </a:r>
          </a:p>
        </p:txBody>
      </p:sp>
      <p:sp>
        <p:nvSpPr>
          <p:cNvPr id="4" name="">
            <a:extLst xmlns:a="http://schemas.openxmlformats.org/drawingml/2006/main">
              <a:ext uri="{FF2B5EF4-FFF2-40B4-BE49-F238E27FC236}">
                <a16:creationId xmlns:a16="http://schemas.microsoft.com/office/drawing/2014/main" id="{F2EF11C4-3F99-48C3-82D8-50882B93FDF9}"/>
              </a:ext>
            </a:extLst>
          </p:cNvPr>
          <p:cNvSpPr>
            <a:spLocks xmlns:a="http://schemas.openxmlformats.org/drawingml/2006/main" noGrp="1"/>
          </p:cNvSpPr>
          <p:nvPr/>
        </p:nvSpPr>
        <p:spPr>
          <a:xfrm xmlns:a="http://schemas.openxmlformats.org/drawingml/2006/main">
            <a:off x="609600" y="276225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E6EBF2"/>
                </a:solidFill>
                <a:latin typeface="Arial"/>
                <a:ea typeface="Arial"/>
                <a:cs typeface="Arial"/>
              </a:defRPr>
            </a:defPPr>
            <a:lvl1pPr>
              <a:defRPr sz="2475" b="0">
                <a:solidFill>
                  <a:srgbClr val="E6EBF2"/>
                </a:solidFill>
                <a:latin typeface="Arial"/>
                <a:ea typeface="Arial"/>
                <a:cs typeface="Arial"/>
              </a:defRPr>
            </a:lvl1pPr>
            <a:lvl2pPr>
              <a:defRPr sz="2475" b="0">
                <a:solidFill>
                  <a:srgbClr val="E6EBF2"/>
                </a:solidFill>
                <a:latin typeface="Arial"/>
                <a:ea typeface="Arial"/>
                <a:cs typeface="Arial"/>
              </a:defRPr>
            </a:lvl2pPr>
            <a:lvl3pPr>
              <a:defRPr sz="2475" b="0">
                <a:solidFill>
                  <a:srgbClr val="E6EBF2"/>
                </a:solidFill>
                <a:latin typeface="Arial"/>
                <a:ea typeface="Arial"/>
                <a:cs typeface="Arial"/>
              </a:defRPr>
            </a:lvl3pPr>
            <a:lvl4pPr>
              <a:defRPr sz="2475" b="0">
                <a:solidFill>
                  <a:srgbClr val="E6EBF2"/>
                </a:solidFill>
                <a:latin typeface="Arial"/>
                <a:ea typeface="Arial"/>
                <a:cs typeface="Arial"/>
              </a:defRPr>
            </a:lvl4pPr>
            <a:lvl5pPr>
              <a:defRPr sz="2475" b="0">
                <a:solidFill>
                  <a:srgbClr val="E6EBF2"/>
                </a:solidFill>
                <a:latin typeface="Arial"/>
                <a:ea typeface="Arial"/>
                <a:cs typeface="Arial"/>
              </a:defRPr>
            </a:lvl5pPr>
            <a:lvl6pPr>
              <a:defRPr sz="2475" b="0">
                <a:solidFill>
                  <a:srgbClr val="E6EBF2"/>
                </a:solidFill>
                <a:latin typeface="Arial"/>
                <a:ea typeface="Arial"/>
                <a:cs typeface="Arial"/>
              </a:defRPr>
            </a:lvl6pPr>
            <a:lvl7pPr>
              <a:defRPr sz="2475" b="0">
                <a:solidFill>
                  <a:srgbClr val="E6EBF2"/>
                </a:solidFill>
                <a:latin typeface="Arial"/>
                <a:ea typeface="Arial"/>
                <a:cs typeface="Arial"/>
              </a:defRPr>
            </a:lvl7pPr>
            <a:lvl8pPr>
              <a:defRPr sz="2475" b="0">
                <a:solidFill>
                  <a:srgbClr val="E6EBF2"/>
                </a:solidFill>
                <a:latin typeface="Arial"/>
                <a:ea typeface="Arial"/>
                <a:cs typeface="Arial"/>
              </a:defRPr>
            </a:lvl8pPr>
            <a:lvl9pPr>
              <a:defRPr sz="2475" b="0">
                <a:solidFill>
                  <a:srgbClr val="E6EBF2"/>
                </a:solidFill>
                <a:latin typeface="Arial"/>
                <a:ea typeface="Arial"/>
                <a:cs typeface="Arial"/>
              </a:defRPr>
            </a:lvl9pPr>
          </a:lstStyle>
          <a:p xmlns:a="http://schemas.openxmlformats.org/drawingml/2006/main">
            <a:pPr>
              <a:defRPr sz="2475" b="0">
                <a:solidFill>
                  <a:srgbClr val="E6EBF2"/>
                </a:solidFill>
                <a:latin typeface="Arial"/>
                <a:ea typeface="Arial"/>
                <a:cs typeface="Arial"/>
              </a:defRPr>
            </a:pPr>
            <a:r>
              <a:rPr sz="2475" b="0">
                <a:solidFill>
                  <a:srgbClr val="E6EBF2"/>
                </a:solidFill>
                <a:latin typeface="Arial"/>
                <a:ea typeface="Arial"/>
                <a:cs typeface="Arial"/>
              </a:rPr>
              <a:t>Three interactive image pairs completed. Their single-request generation times were 1.40, 1.28 and 1.57 seconds.</a:t>
            </a:r>
          </a:p>
        </p:txBody>
      </p:sp>
      <p:sp>
        <p:nvSpPr>
          <p:cNvPr id="5" name="">
            <a:extLst xmlns:a="http://schemas.openxmlformats.org/drawingml/2006/main">
              <a:ext uri="{FF2B5EF4-FFF2-40B4-BE49-F238E27FC236}">
                <a16:creationId xmlns:a16="http://schemas.microsoft.com/office/drawing/2014/main" id="{A7835A5E-CB49-40BF-8157-A724F3AAB107}"/>
              </a:ext>
            </a:extLst>
          </p:cNvPr>
          <p:cNvSpPr>
            <a:spLocks xmlns:a="http://schemas.openxmlformats.org/drawingml/2006/main" noGrp="1"/>
          </p:cNvSpPr>
          <p:nvPr/>
        </p:nvSpPr>
        <p:spPr>
          <a:xfrm xmlns:a="http://schemas.openxmlformats.org/drawingml/2006/main">
            <a:off x="609600" y="41910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FFCE8B"/>
                </a:solidFill>
                <a:latin typeface="Arial"/>
                <a:ea typeface="Arial"/>
                <a:cs typeface="Arial"/>
              </a:defRPr>
            </a:defPPr>
            <a:lvl1pPr>
              <a:defRPr sz="2625" b="1">
                <a:solidFill>
                  <a:srgbClr val="FFCE8B"/>
                </a:solidFill>
                <a:latin typeface="Arial"/>
                <a:ea typeface="Arial"/>
                <a:cs typeface="Arial"/>
              </a:defRPr>
            </a:lvl1pPr>
            <a:lvl2pPr>
              <a:defRPr sz="2625" b="1">
                <a:solidFill>
                  <a:srgbClr val="FFCE8B"/>
                </a:solidFill>
                <a:latin typeface="Arial"/>
                <a:ea typeface="Arial"/>
                <a:cs typeface="Arial"/>
              </a:defRPr>
            </a:lvl2pPr>
            <a:lvl3pPr>
              <a:defRPr sz="2625" b="1">
                <a:solidFill>
                  <a:srgbClr val="FFCE8B"/>
                </a:solidFill>
                <a:latin typeface="Arial"/>
                <a:ea typeface="Arial"/>
                <a:cs typeface="Arial"/>
              </a:defRPr>
            </a:lvl3pPr>
            <a:lvl4pPr>
              <a:defRPr sz="2625" b="1">
                <a:solidFill>
                  <a:srgbClr val="FFCE8B"/>
                </a:solidFill>
                <a:latin typeface="Arial"/>
                <a:ea typeface="Arial"/>
                <a:cs typeface="Arial"/>
              </a:defRPr>
            </a:lvl4pPr>
            <a:lvl5pPr>
              <a:defRPr sz="2625" b="1">
                <a:solidFill>
                  <a:srgbClr val="FFCE8B"/>
                </a:solidFill>
                <a:latin typeface="Arial"/>
                <a:ea typeface="Arial"/>
                <a:cs typeface="Arial"/>
              </a:defRPr>
            </a:lvl5pPr>
            <a:lvl6pPr>
              <a:defRPr sz="2625" b="1">
                <a:solidFill>
                  <a:srgbClr val="FFCE8B"/>
                </a:solidFill>
                <a:latin typeface="Arial"/>
                <a:ea typeface="Arial"/>
                <a:cs typeface="Arial"/>
              </a:defRPr>
            </a:lvl6pPr>
            <a:lvl7pPr>
              <a:defRPr sz="2625" b="1">
                <a:solidFill>
                  <a:srgbClr val="FFCE8B"/>
                </a:solidFill>
                <a:latin typeface="Arial"/>
                <a:ea typeface="Arial"/>
                <a:cs typeface="Arial"/>
              </a:defRPr>
            </a:lvl7pPr>
            <a:lvl8pPr>
              <a:defRPr sz="2625" b="1">
                <a:solidFill>
                  <a:srgbClr val="FFCE8B"/>
                </a:solidFill>
                <a:latin typeface="Arial"/>
                <a:ea typeface="Arial"/>
                <a:cs typeface="Arial"/>
              </a:defRPr>
            </a:lvl8pPr>
            <a:lvl9pPr>
              <a:defRPr sz="2625" b="1">
                <a:solidFill>
                  <a:srgbClr val="FFCE8B"/>
                </a:solidFill>
                <a:latin typeface="Arial"/>
                <a:ea typeface="Arial"/>
                <a:cs typeface="Arial"/>
              </a:defRPr>
            </a:lvl9pPr>
          </a:lstStyle>
          <a:p xmlns:a="http://schemas.openxmlformats.org/drawingml/2006/main">
            <a:pPr>
              <a:defRPr sz="2625" b="1">
                <a:solidFill>
                  <a:srgbClr val="FFCE8B"/>
                </a:solidFill>
                <a:latin typeface="Arial"/>
                <a:ea typeface="Arial"/>
                <a:cs typeface="Arial"/>
              </a:defRPr>
            </a:pPr>
            <a:r>
              <a:rPr sz="2625" b="1">
                <a:solidFill>
                  <a:srgbClr val="FFCE8B"/>
                </a:solidFill>
                <a:latin typeface="Arial"/>
                <a:ea typeface="Arial"/>
                <a:cs typeface="Arial"/>
              </a:rPr>
              <a:t>Synthetic examples, human review required</a:t>
            </a:r>
          </a:p>
        </p:txBody>
      </p:sp>
      <p:sp>
        <p:nvSpPr>
          <p:cNvPr id="6" name="">
            <a:extLst xmlns:a="http://schemas.openxmlformats.org/drawingml/2006/main">
              <a:ext uri="{FF2B5EF4-FFF2-40B4-BE49-F238E27FC236}">
                <a16:creationId xmlns:a16="http://schemas.microsoft.com/office/drawing/2014/main" id="{54E0DB1B-8ECC-49CC-BA2A-04CB4CB788FC}"/>
              </a:ext>
            </a:extLst>
          </p:cNvPr>
          <p:cNvSpPr>
            <a:spLocks xmlns:a="http://schemas.openxmlformats.org/drawingml/2006/main" noGrp="1"/>
          </p:cNvSpPr>
          <p:nvPr/>
        </p:nvSpPr>
        <p:spPr>
          <a:xfrm xmlns:a="http://schemas.openxmlformats.org/drawingml/2006/main">
            <a:off x="609600" y="48577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6EBF2"/>
                </a:solidFill>
                <a:latin typeface="Arial"/>
                <a:ea typeface="Arial"/>
                <a:cs typeface="Arial"/>
              </a:defRPr>
            </a:defPPr>
            <a:lvl1pPr>
              <a:defRPr sz="2250" b="0">
                <a:solidFill>
                  <a:srgbClr val="E6EBF2"/>
                </a:solidFill>
                <a:latin typeface="Arial"/>
                <a:ea typeface="Arial"/>
                <a:cs typeface="Arial"/>
              </a:defRPr>
            </a:lvl1pPr>
            <a:lvl2pPr>
              <a:defRPr sz="2250" b="0">
                <a:solidFill>
                  <a:srgbClr val="E6EBF2"/>
                </a:solidFill>
                <a:latin typeface="Arial"/>
                <a:ea typeface="Arial"/>
                <a:cs typeface="Arial"/>
              </a:defRPr>
            </a:lvl2pPr>
            <a:lvl3pPr>
              <a:defRPr sz="2250" b="0">
                <a:solidFill>
                  <a:srgbClr val="E6EBF2"/>
                </a:solidFill>
                <a:latin typeface="Arial"/>
                <a:ea typeface="Arial"/>
                <a:cs typeface="Arial"/>
              </a:defRPr>
            </a:lvl3pPr>
            <a:lvl4pPr>
              <a:defRPr sz="2250" b="0">
                <a:solidFill>
                  <a:srgbClr val="E6EBF2"/>
                </a:solidFill>
                <a:latin typeface="Arial"/>
                <a:ea typeface="Arial"/>
                <a:cs typeface="Arial"/>
              </a:defRPr>
            </a:lvl4pPr>
            <a:lvl5pPr>
              <a:defRPr sz="2250" b="0">
                <a:solidFill>
                  <a:srgbClr val="E6EBF2"/>
                </a:solidFill>
                <a:latin typeface="Arial"/>
                <a:ea typeface="Arial"/>
                <a:cs typeface="Arial"/>
              </a:defRPr>
            </a:lvl5pPr>
            <a:lvl6pPr>
              <a:defRPr sz="2250" b="0">
                <a:solidFill>
                  <a:srgbClr val="E6EBF2"/>
                </a:solidFill>
                <a:latin typeface="Arial"/>
                <a:ea typeface="Arial"/>
                <a:cs typeface="Arial"/>
              </a:defRPr>
            </a:lvl6pPr>
            <a:lvl7pPr>
              <a:defRPr sz="2250" b="0">
                <a:solidFill>
                  <a:srgbClr val="E6EBF2"/>
                </a:solidFill>
                <a:latin typeface="Arial"/>
                <a:ea typeface="Arial"/>
                <a:cs typeface="Arial"/>
              </a:defRPr>
            </a:lvl7pPr>
            <a:lvl8pPr>
              <a:defRPr sz="2250" b="0">
                <a:solidFill>
                  <a:srgbClr val="E6EBF2"/>
                </a:solidFill>
                <a:latin typeface="Arial"/>
                <a:ea typeface="Arial"/>
                <a:cs typeface="Arial"/>
              </a:defRPr>
            </a:lvl8pPr>
            <a:lvl9pPr>
              <a:defRPr sz="2250" b="0">
                <a:solidFill>
                  <a:srgbClr val="E6EBF2"/>
                </a:solidFill>
                <a:latin typeface="Arial"/>
                <a:ea typeface="Arial"/>
                <a:cs typeface="Arial"/>
              </a:defRPr>
            </a:lvl9pPr>
          </a:lstStyle>
          <a:p xmlns:a="http://schemas.openxmlformats.org/drawingml/2006/main">
            <a:pPr>
              <a:defRPr sz="2250" b="0">
                <a:solidFill>
                  <a:srgbClr val="E6EBF2"/>
                </a:solidFill>
                <a:latin typeface="Arial"/>
                <a:ea typeface="Arial"/>
                <a:cs typeface="Arial"/>
              </a:defRPr>
            </a:pPr>
            <a:r>
              <a:rPr sz="2250" b="0">
                <a:solidFill>
                  <a:srgbClr val="E6EBF2"/>
                </a:solidFill>
                <a:latin typeface="Arial"/>
                <a:ea typeface="Arial"/>
                <a:cs typeface="Arial"/>
              </a:rPr>
              <a:t>These single requests establish a working GPU path. They do not establish accuracy or customer benefit.</a:t>
            </a:r>
          </a:p>
        </p:txBody>
      </p:sp>
    </p:spTree>
    <p:extLst>
      <p:ext uri="{BB962C8B-B14F-4D97-AF65-F5344CB8AC3E}">
        <p14:creationId xmlns:p14="http://schemas.microsoft.com/office/powerpoint/2010/main" val="1582415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2026-10-18T00:03:50.7260000Z</dcterms:created>
  <dcterms:modified xsi:type="dcterms:W3CDTF">2026-10-18T00:03:50.7260000Z</dcterms:modified>
</coreProperties>
</file>